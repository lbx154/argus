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cenario_1_marl_architectu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cenario_1_marl_architectur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0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47650" y="1165384"/>
            <a:ext cx="11696700" cy="1605915"/>
            <a:chOff x="247650" y="1165384"/>
            <a:chExt cx="11696700" cy="1605915"/>
          </a:xfrm>
        </p:grpSpPr>
        <p:grpSp>
          <p:nvGrpSpPr>
            <p:cNvPr id="5" name="Group 5"/>
            <p:cNvGrpSpPr/>
            <p:nvPr/>
          </p:nvGrpSpPr>
          <p:grpSpPr>
            <a:xfrm>
              <a:off x="247650" y="1165384"/>
              <a:ext cx="11696700" cy="1605915"/>
              <a:chOff x="247650" y="1165384"/>
              <a:chExt cx="11696700" cy="1605915"/>
            </a:xfrm>
          </p:grpSpPr>
          <p:sp>
            <p:nvSpPr>
              <p:cNvPr id="2" name="Rectangle 2"/>
              <p:cNvSpPr/>
              <p:nvPr/>
            </p:nvSpPr>
            <p:spPr>
              <a:xfrm>
                <a:off x="247650" y="1651159"/>
                <a:ext cx="11696700" cy="1120140"/>
              </a:xfrm>
              <a:prstGeom prst="roundRect">
                <a:avLst>
                  <a:gd name="adj" fmla="val 13605"/>
                </a:avLst>
              </a:prstGeom>
              <a:solidFill>
                <a:srgbClr val="F0FAEE">
                  <a:alpha val="35000"/>
                </a:srgbClr>
              </a:solidFill>
              <a:ln w="14288">
                <a:solidFill>
                  <a:schemeClr val="accent5"/>
                </a:solidFill>
                <a:custDash>
                  <a:ds d="466667" sp="333333"/>
                </a:custDash>
              </a:ln>
            </p:spPr>
          </p:sp>
          <p:sp>
            <p:nvSpPr>
              <p:cNvPr id="3" name="Rectangle 3"/>
              <p:cNvSpPr/>
              <p:nvPr/>
            </p:nvSpPr>
            <p:spPr>
              <a:xfrm>
                <a:off x="400050" y="1165384"/>
                <a:ext cx="2856928" cy="428625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9525">
                <a:solidFill>
                  <a:schemeClr val="accent5"/>
                </a:solidFill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513588" y="1238250"/>
                <a:ext cx="296468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0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Decentralized Actors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304800" y="698659"/>
            <a:ext cx="10696575" cy="5203507"/>
            <a:chOff x="304800" y="698659"/>
            <a:chExt cx="10696575" cy="5203507"/>
          </a:xfrm>
        </p:grpSpPr>
        <p:sp>
          <p:nvSpPr>
            <p:cNvPr id="7" name="Freeform 7"/>
            <p:cNvSpPr/>
            <p:nvPr/>
          </p:nvSpPr>
          <p:spPr>
            <a:xfrm>
              <a:off x="304800" y="698659"/>
              <a:ext cx="5791200" cy="1352550"/>
            </a:xfrm>
            <a:custGeom>
              <a:avLst/>
              <a:gdLst/>
              <a:ahLst/>
              <a:cxnLst/>
              <a:rect l="l" t="t" r="r" b="b"/>
              <a:pathLst>
                <a:path w="5791200" h="1352550">
                  <a:moveTo>
                    <a:pt x="5791200" y="0"/>
                  </a:moveTo>
                  <a:lnTo>
                    <a:pt x="5791200" y="185738"/>
                  </a:lnTo>
                  <a:lnTo>
                    <a:pt x="0" y="185738"/>
                  </a:lnTo>
                  <a:lnTo>
                    <a:pt x="0" y="990600"/>
                  </a:lnTo>
                  <a:lnTo>
                    <a:pt x="885825" y="990600"/>
                  </a:lnTo>
                  <a:lnTo>
                    <a:pt x="885825" y="13525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4460843" y="698659"/>
              <a:ext cx="1635157" cy="1352550"/>
            </a:xfrm>
            <a:custGeom>
              <a:avLst/>
              <a:gdLst/>
              <a:ahLst/>
              <a:cxnLst/>
              <a:rect l="l" t="t" r="r" b="b"/>
              <a:pathLst>
                <a:path w="1635157" h="1352550">
                  <a:moveTo>
                    <a:pt x="1635157" y="0"/>
                  </a:moveTo>
                  <a:lnTo>
                    <a:pt x="1635157" y="185738"/>
                  </a:lnTo>
                  <a:lnTo>
                    <a:pt x="0" y="185738"/>
                  </a:lnTo>
                  <a:lnTo>
                    <a:pt x="0" y="13525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6096000" y="698659"/>
              <a:ext cx="1635157" cy="1352550"/>
            </a:xfrm>
            <a:custGeom>
              <a:avLst/>
              <a:gdLst/>
              <a:ahLst/>
              <a:cxnLst/>
              <a:rect l="l" t="t" r="r" b="b"/>
              <a:pathLst>
                <a:path w="1635157" h="1352550">
                  <a:moveTo>
                    <a:pt x="0" y="0"/>
                  </a:moveTo>
                  <a:lnTo>
                    <a:pt x="0" y="185738"/>
                  </a:lnTo>
                  <a:lnTo>
                    <a:pt x="1635157" y="185738"/>
                  </a:lnTo>
                  <a:lnTo>
                    <a:pt x="1635157" y="13525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0" name="Freeform 10"/>
            <p:cNvSpPr/>
            <p:nvPr/>
          </p:nvSpPr>
          <p:spPr>
            <a:xfrm>
              <a:off x="6096000" y="698659"/>
              <a:ext cx="4905375" cy="1352550"/>
            </a:xfrm>
            <a:custGeom>
              <a:avLst/>
              <a:gdLst/>
              <a:ahLst/>
              <a:cxnLst/>
              <a:rect l="l" t="t" r="r" b="b"/>
              <a:pathLst>
                <a:path w="4905375" h="1352550">
                  <a:moveTo>
                    <a:pt x="0" y="0"/>
                  </a:moveTo>
                  <a:lnTo>
                    <a:pt x="0" y="185738"/>
                  </a:lnTo>
                  <a:lnTo>
                    <a:pt x="4905375" y="185738"/>
                  </a:lnTo>
                  <a:lnTo>
                    <a:pt x="4905375" y="13525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90625" y="2561749"/>
              <a:ext cx="4905375" cy="681038"/>
            </a:xfrm>
            <a:custGeom>
              <a:avLst/>
              <a:gdLst/>
              <a:ahLst/>
              <a:cxnLst/>
              <a:rect l="l" t="t" r="r" b="b"/>
              <a:pathLst>
                <a:path w="4905375" h="681038">
                  <a:moveTo>
                    <a:pt x="0" y="0"/>
                  </a:moveTo>
                  <a:lnTo>
                    <a:pt x="0" y="414338"/>
                  </a:lnTo>
                  <a:lnTo>
                    <a:pt x="4905375" y="414338"/>
                  </a:lnTo>
                  <a:lnTo>
                    <a:pt x="4905375" y="6810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2" name="Freeform 12"/>
            <p:cNvSpPr/>
            <p:nvPr/>
          </p:nvSpPr>
          <p:spPr>
            <a:xfrm>
              <a:off x="4460843" y="2561749"/>
              <a:ext cx="1635157" cy="681038"/>
            </a:xfrm>
            <a:custGeom>
              <a:avLst/>
              <a:gdLst/>
              <a:ahLst/>
              <a:cxnLst/>
              <a:rect l="l" t="t" r="r" b="b"/>
              <a:pathLst>
                <a:path w="1635157" h="681038">
                  <a:moveTo>
                    <a:pt x="0" y="0"/>
                  </a:moveTo>
                  <a:lnTo>
                    <a:pt x="0" y="414338"/>
                  </a:lnTo>
                  <a:lnTo>
                    <a:pt x="1635157" y="414338"/>
                  </a:lnTo>
                  <a:lnTo>
                    <a:pt x="1635157" y="6810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2561749"/>
              <a:ext cx="1635157" cy="681038"/>
            </a:xfrm>
            <a:custGeom>
              <a:avLst/>
              <a:gdLst/>
              <a:ahLst/>
              <a:cxnLst/>
              <a:rect l="l" t="t" r="r" b="b"/>
              <a:pathLst>
                <a:path w="1635157" h="681038">
                  <a:moveTo>
                    <a:pt x="1635157" y="0"/>
                  </a:moveTo>
                  <a:lnTo>
                    <a:pt x="1635157" y="414338"/>
                  </a:lnTo>
                  <a:lnTo>
                    <a:pt x="0" y="414338"/>
                  </a:lnTo>
                  <a:lnTo>
                    <a:pt x="0" y="6810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4" name="Freeform 14"/>
            <p:cNvSpPr/>
            <p:nvPr/>
          </p:nvSpPr>
          <p:spPr>
            <a:xfrm>
              <a:off x="6096000" y="2561749"/>
              <a:ext cx="4905375" cy="681038"/>
            </a:xfrm>
            <a:custGeom>
              <a:avLst/>
              <a:gdLst/>
              <a:ahLst/>
              <a:cxnLst/>
              <a:rect l="l" t="t" r="r" b="b"/>
              <a:pathLst>
                <a:path w="4905375" h="681038">
                  <a:moveTo>
                    <a:pt x="4905375" y="0"/>
                  </a:moveTo>
                  <a:lnTo>
                    <a:pt x="4905375" y="414338"/>
                  </a:lnTo>
                  <a:lnTo>
                    <a:pt x="0" y="414338"/>
                  </a:lnTo>
                  <a:lnTo>
                    <a:pt x="0" y="6810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4016216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  <a:tailEnd type="triangle" w="lg" len="lg"/>
            </a:ln>
          </p:spPr>
        </p:sp>
        <p:sp>
          <p:nvSpPr>
            <p:cNvPr id="16" name="Freeform 16"/>
            <p:cNvSpPr/>
            <p:nvPr/>
          </p:nvSpPr>
          <p:spPr>
            <a:xfrm>
              <a:off x="6096000" y="5263991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dash"/>
              <a:round/>
              <a:tailEnd type="triangle" w="lg" len="lg"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514350" y="89059"/>
            <a:ext cx="11163300" cy="6422707"/>
            <a:chOff x="514350" y="89059"/>
            <a:chExt cx="11163300" cy="6422707"/>
          </a:xfrm>
        </p:grpSpPr>
        <p:grpSp>
          <p:nvGrpSpPr>
            <p:cNvPr id="27" name="Group 27"/>
            <p:cNvGrpSpPr/>
            <p:nvPr/>
          </p:nvGrpSpPr>
          <p:grpSpPr>
            <a:xfrm>
              <a:off x="5051203" y="89059"/>
              <a:ext cx="2089690" cy="609600"/>
              <a:chOff x="5051203" y="89059"/>
              <a:chExt cx="2089690" cy="6096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051203" y="89059"/>
                <a:ext cx="208969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E2D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155978" y="212884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5244084" y="300990"/>
                <a:ext cx="185737" cy="185737"/>
                <a:chOff x="5244084" y="300990"/>
                <a:chExt cx="185737" cy="1857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244084" y="300990"/>
                  <a:ext cx="185737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85737">
                      <a:moveTo>
                        <a:pt x="0" y="92869"/>
                      </a:moveTo>
                      <a:cubicBezTo>
                        <a:pt x="0" y="144159"/>
                        <a:pt x="41579" y="185737"/>
                        <a:pt x="92869" y="185737"/>
                      </a:cubicBezTo>
                      <a:cubicBezTo>
                        <a:pt x="144159" y="185737"/>
                        <a:pt x="185737" y="144159"/>
                        <a:pt x="185737" y="92869"/>
                      </a:cubicBezTo>
                      <a:cubicBezTo>
                        <a:pt x="185737" y="41579"/>
                        <a:pt x="144159" y="0"/>
                        <a:pt x="92869" y="0"/>
                      </a:cubicBezTo>
                      <a:cubicBezTo>
                        <a:pt x="41579" y="0"/>
                        <a:pt x="0" y="41579"/>
                        <a:pt x="0" y="92869"/>
                      </a:cubicBez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250275" y="362902"/>
                  <a:ext cx="17335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55" h="9525">
                      <a:moveTo>
                        <a:pt x="0" y="0"/>
                      </a:moveTo>
                      <a:lnTo>
                        <a:pt x="173355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250275" y="424815"/>
                  <a:ext cx="17335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55" h="9525">
                      <a:moveTo>
                        <a:pt x="0" y="0"/>
                      </a:moveTo>
                      <a:lnTo>
                        <a:pt x="173355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296327" y="300990"/>
                  <a:ext cx="35466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" h="185737">
                      <a:moveTo>
                        <a:pt x="35466" y="0"/>
                      </a:moveTo>
                      <a:cubicBezTo>
                        <a:pt x="0" y="56833"/>
                        <a:pt x="0" y="128904"/>
                        <a:pt x="35466" y="185737"/>
                      </a:cubicBez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342112" y="300990"/>
                  <a:ext cx="35466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66" h="185737">
                      <a:moveTo>
                        <a:pt x="0" y="0"/>
                      </a:moveTo>
                      <a:cubicBezTo>
                        <a:pt x="35466" y="56833"/>
                        <a:pt x="35466" y="128904"/>
                        <a:pt x="0" y="185737"/>
                      </a:cubicBez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554138" y="282130"/>
                <a:ext cx="148377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Environment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14350" y="2051209"/>
              <a:ext cx="1352550" cy="510540"/>
              <a:chOff x="514350" y="2051209"/>
              <a:chExt cx="1352550" cy="51054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14350" y="2051209"/>
                <a:ext cx="1352550" cy="510540"/>
              </a:xfrm>
              <a:prstGeom prst="roundRect">
                <a:avLst>
                  <a:gd name="adj" fmla="val 22388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39285" y="2194750"/>
                <a:ext cx="90268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Agent 1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84568" y="2051209"/>
              <a:ext cx="1352550" cy="510540"/>
              <a:chOff x="3784568" y="2051209"/>
              <a:chExt cx="1352550" cy="51054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3784568" y="2051209"/>
                <a:ext cx="1352550" cy="510540"/>
              </a:xfrm>
              <a:prstGeom prst="roundRect">
                <a:avLst>
                  <a:gd name="adj" fmla="val 22388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009503" y="2194750"/>
                <a:ext cx="90268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Agent 2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054882" y="2051209"/>
              <a:ext cx="1352550" cy="510540"/>
              <a:chOff x="7054882" y="2051209"/>
              <a:chExt cx="1352550" cy="51054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054882" y="2051209"/>
                <a:ext cx="1352550" cy="510540"/>
              </a:xfrm>
              <a:prstGeom prst="roundRect">
                <a:avLst>
                  <a:gd name="adj" fmla="val 22388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279817" y="2194750"/>
                <a:ext cx="90268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Agent 3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0325100" y="2051209"/>
              <a:ext cx="1352550" cy="510540"/>
              <a:chOff x="10325100" y="2051209"/>
              <a:chExt cx="1352550" cy="51054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10325100" y="2051209"/>
                <a:ext cx="1352550" cy="510540"/>
              </a:xfrm>
              <a:prstGeom prst="roundRect">
                <a:avLst>
                  <a:gd name="adj" fmla="val 22388"/>
                </a:avLst>
              </a:prstGeom>
              <a:solidFill>
                <a:srgbClr val="E2F7D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550035" y="2194750"/>
                <a:ext cx="90268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Agent 4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137880" y="3242786"/>
              <a:ext cx="1954340" cy="811530"/>
              <a:chOff x="5137880" y="3242786"/>
              <a:chExt cx="1954340" cy="81153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175980" y="3280886"/>
                <a:ext cx="1916240" cy="773430"/>
              </a:xfrm>
              <a:prstGeom prst="roundRect">
                <a:avLst>
                  <a:gd name="adj" fmla="val 14778"/>
                </a:avLst>
              </a:prstGeom>
              <a:solidFill>
                <a:srgbClr val="DCECFF">
                  <a:alpha val="60000"/>
                </a:srgbClr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5137880" y="3242786"/>
                <a:ext cx="1916240" cy="773430"/>
              </a:xfrm>
              <a:prstGeom prst="roundRect">
                <a:avLst>
                  <a:gd name="adj" fmla="val 14778"/>
                </a:avLst>
              </a:prstGeom>
              <a:solidFill>
                <a:srgbClr val="DCEC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242655" y="3448526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341080" y="3536632"/>
                <a:ext cx="165100" cy="185738"/>
                <a:chOff x="5341080" y="3536632"/>
                <a:chExt cx="165100" cy="185738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5341080" y="3536632"/>
                  <a:ext cx="16510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100" y="48053"/>
                        <a:pt x="165100" y="30956"/>
                      </a:cubicBezTo>
                      <a:cubicBezTo>
                        <a:pt x="165100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341080" y="3567589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1080" y="3629501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645450" y="3386328"/>
                <a:ext cx="130115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Experience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882323" y="3649218"/>
                <a:ext cx="82740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Buffer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815173" y="4654391"/>
              <a:ext cx="2561654" cy="609600"/>
              <a:chOff x="4815173" y="4654391"/>
              <a:chExt cx="2561654" cy="6096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815173" y="4654391"/>
                <a:ext cx="2561654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2BD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4919948" y="4778216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5008054" y="4866322"/>
                <a:ext cx="185738" cy="185738"/>
                <a:chOff x="5008054" y="4866322"/>
                <a:chExt cx="185738" cy="185738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5100923" y="4969510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16170" y="0"/>
                        <a:pt x="0" y="16170"/>
                        <a:pt x="0" y="36116"/>
                      </a:cubicBezTo>
                      <a:lnTo>
                        <a:pt x="0" y="46434"/>
                      </a:lnTo>
                      <a:cubicBezTo>
                        <a:pt x="0" y="66380"/>
                        <a:pt x="16170" y="82550"/>
                        <a:pt x="36116" y="82550"/>
                      </a:cubicBezTo>
                      <a:cubicBezTo>
                        <a:pt x="56062" y="82550"/>
                        <a:pt x="72231" y="66380"/>
                        <a:pt x="72231" y="46434"/>
                      </a:cubicBezTo>
                      <a:lnTo>
                        <a:pt x="72231" y="27861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5028692" y="4969510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56062" y="0"/>
                        <a:pt x="72231" y="16170"/>
                        <a:pt x="72231" y="36116"/>
                      </a:cubicBezTo>
                      <a:lnTo>
                        <a:pt x="72231" y="46434"/>
                      </a:lnTo>
                      <a:cubicBezTo>
                        <a:pt x="72231" y="66380"/>
                        <a:pt x="56062" y="82550"/>
                        <a:pt x="36116" y="82550"/>
                      </a:cubicBezTo>
                      <a:cubicBezTo>
                        <a:pt x="16170" y="82550"/>
                        <a:pt x="0" y="66380"/>
                        <a:pt x="0" y="46434"/>
                      </a:cubicBezTo>
                      <a:lnTo>
                        <a:pt x="0" y="27861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5152517" y="4928235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5159" y="72231"/>
                      </a:moveTo>
                      <a:cubicBezTo>
                        <a:pt x="25105" y="72231"/>
                        <a:pt x="41275" y="56062"/>
                        <a:pt x="41275" y="36116"/>
                      </a:cubicBezTo>
                      <a:cubicBezTo>
                        <a:pt x="41275" y="16170"/>
                        <a:pt x="25105" y="0"/>
                        <a:pt x="515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5100923" y="4866322"/>
                  <a:ext cx="72231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65008">
                      <a:moveTo>
                        <a:pt x="72231" y="65008"/>
                      </a:moveTo>
                      <a:lnTo>
                        <a:pt x="72231" y="36116"/>
                      </a:lnTo>
                      <a:cubicBezTo>
                        <a:pt x="72231" y="16170"/>
                        <a:pt x="56062" y="0"/>
                        <a:pt x="36116" y="0"/>
                      </a:cubicBezTo>
                      <a:cubicBezTo>
                        <a:pt x="16170" y="0"/>
                        <a:pt x="0" y="16170"/>
                        <a:pt x="0" y="36116"/>
                      </a:cubicBez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5008054" y="4928235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36116" y="72231"/>
                      </a:moveTo>
                      <a:cubicBezTo>
                        <a:pt x="16170" y="72231"/>
                        <a:pt x="0" y="56062"/>
                        <a:pt x="0" y="36116"/>
                      </a:cubicBezTo>
                      <a:cubicBezTo>
                        <a:pt x="0" y="16170"/>
                        <a:pt x="16170" y="0"/>
                        <a:pt x="36116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5028692" y="4866322"/>
                  <a:ext cx="72231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39303">
                      <a:moveTo>
                        <a:pt x="0" y="65008"/>
                      </a:moveTo>
                      <a:lnTo>
                        <a:pt x="0" y="36116"/>
                      </a:lnTo>
                      <a:cubicBezTo>
                        <a:pt x="0" y="16170"/>
                        <a:pt x="16170" y="0"/>
                        <a:pt x="36116" y="0"/>
                      </a:cubicBezTo>
                      <a:cubicBezTo>
                        <a:pt x="56062" y="0"/>
                        <a:pt x="72231" y="16170"/>
                        <a:pt x="72231" y="36116"/>
                      </a:cubicBezTo>
                      <a:lnTo>
                        <a:pt x="72231" y="139303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5228750" y="4847463"/>
                <a:ext cx="213455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Centralized Critic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4933093" y="5902166"/>
              <a:ext cx="2325814" cy="609600"/>
              <a:chOff x="4933093" y="5902166"/>
              <a:chExt cx="2325814" cy="6096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4933093" y="5902166"/>
                <a:ext cx="2325814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2BD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5037868" y="6025991"/>
                <a:ext cx="361950" cy="361950"/>
              </a:xfrm>
              <a:prstGeom prst="roundRect">
                <a:avLst>
                  <a:gd name="adj" fmla="val 23684"/>
                </a:avLst>
              </a:prstGeom>
              <a:solidFill>
                <a:schemeClr val="lt1">
                  <a:alpha val="75000"/>
                </a:schemeClr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5125974" y="6114097"/>
                <a:ext cx="185737" cy="185737"/>
                <a:chOff x="5125974" y="6114097"/>
                <a:chExt cx="185737" cy="185737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5146611" y="6134735"/>
                  <a:ext cx="144462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44462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2" y="4620"/>
                        <a:pt x="144462" y="10319"/>
                      </a:cubicBezTo>
                      <a:lnTo>
                        <a:pt x="144462" y="134144"/>
                      </a:lnTo>
                      <a:cubicBezTo>
                        <a:pt x="144462" y="139843"/>
                        <a:pt x="139843" y="144462"/>
                        <a:pt x="134144" y="144462"/>
                      </a:cubicBezTo>
                      <a:lnTo>
                        <a:pt x="10319" y="144462"/>
                      </a:lnTo>
                      <a:cubicBezTo>
                        <a:pt x="4620" y="144462"/>
                        <a:pt x="0" y="139843"/>
                        <a:pt x="0" y="134144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5187886" y="6176010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0"/>
                      </a:lnTo>
                      <a:lnTo>
                        <a:pt x="61912" y="61912"/>
                      </a:lnTo>
                      <a:lnTo>
                        <a:pt x="0" y="619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5125974" y="6186329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5125974" y="6227604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5198205" y="6114097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5239480" y="6114097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5291074" y="6186329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5291074" y="6227604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5239480" y="6279197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2063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5198205" y="6279197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2063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0637" cap="rnd">
                  <a:solidFill>
                    <a:schemeClr val="accent1"/>
                  </a:solidFill>
                  <a:round/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5410526" y="6095238"/>
                <a:ext cx="177099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Policy Network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4524375" y="717709"/>
            <a:ext cx="2530507" cy="5027200"/>
            <a:chOff x="4524375" y="717709"/>
            <a:chExt cx="2530507" cy="5027200"/>
          </a:xfrm>
        </p:grpSpPr>
        <p:sp>
          <p:nvSpPr>
            <p:cNvPr id="77" name="Rectangle 77"/>
            <p:cNvSpPr/>
            <p:nvPr/>
          </p:nvSpPr>
          <p:spPr>
            <a:xfrm>
              <a:off x="4525232" y="717709"/>
              <a:ext cx="1551718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645372" y="814388"/>
              <a:ext cx="1311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observation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524375" y="2809399"/>
              <a:ext cx="1429702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644972" y="2906077"/>
              <a:ext cx="11885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trajectory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686234" y="4092416"/>
              <a:ext cx="819626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780914" y="4189095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batch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137118" y="5340191"/>
              <a:ext cx="1917764" cy="3333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289578" y="5436870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value estimate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457200" y="6345079"/>
            <a:ext cx="3088482" cy="308039"/>
            <a:chOff x="457200" y="6345079"/>
            <a:chExt cx="3088482" cy="308039"/>
          </a:xfrm>
        </p:grpSpPr>
        <p:sp>
          <p:nvSpPr>
            <p:cNvPr id="86" name="Freeform 86"/>
            <p:cNvSpPr/>
            <p:nvPr/>
          </p:nvSpPr>
          <p:spPr>
            <a:xfrm>
              <a:off x="457200" y="64579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87349" y="6345079"/>
              <a:ext cx="101205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 flow</a:t>
              </a:r>
            </a:p>
          </p:txBody>
        </p:sp>
        <p:sp>
          <p:nvSpPr>
            <p:cNvPr id="88" name="Freeform 88"/>
            <p:cNvSpPr/>
            <p:nvPr/>
          </p:nvSpPr>
          <p:spPr>
            <a:xfrm>
              <a:off x="2157032" y="64579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dash"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587180" y="6345079"/>
              <a:ext cx="9585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Feedback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cenario_1_marl_architecture">
  <a:themeElements>
    <a:clrScheme name="scenario_1_marl_architecture">
      <a:dk1>
        <a:srgbClr val="111827"/>
      </a:dk1>
      <a:lt1>
        <a:srgbClr val="FBFAF7"/>
      </a:lt1>
      <a:dk2>
        <a:srgbClr val="4B5563"/>
      </a:dk2>
      <a:lt2>
        <a:srgbClr val="FBFAF7"/>
      </a:lt2>
      <a:accent1>
        <a:srgbClr val="1F2933"/>
      </a:accent1>
      <a:accent2>
        <a:srgbClr val="D55E00"/>
      </a:accent2>
      <a:accent3>
        <a:srgbClr val="D55E00"/>
      </a:accent3>
      <a:accent4>
        <a:srgbClr val="1F2933"/>
      </a:accent4>
      <a:accent5>
        <a:srgbClr val="9CA3AF"/>
      </a:accent5>
      <a:accent6>
        <a:srgbClr val="CBD5E1"/>
      </a:accent6>
      <a:hlink>
        <a:srgbClr val="D55E00"/>
      </a:hlink>
      <a:folHlink>
        <a:srgbClr val="D55E00"/>
      </a:folHlink>
    </a:clrScheme>
    <a:fontScheme name="scenario_1_marl_architectur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enario_1_marl_architect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2026-09-04T01:34:17Z</dcterms:created>
  <dcterms:modified xsi:type="dcterms:W3CDTF">2026-09-04T01:34:17Z</dcterms:modified>
  <cp:category/>
  <cp:contentStatus/>
</cp:coreProperties>
</file>