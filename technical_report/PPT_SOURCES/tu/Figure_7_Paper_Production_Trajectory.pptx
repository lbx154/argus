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972800" cy="47545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BED"/>
    <a:srgbClr val="B43F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ure 7 - Paper Production Trajectory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PlotPanel"/>
          <p:cNvSpPr/>
          <p:nvPr/>
        </p:nvSpPr>
        <p:spPr>
          <a:xfrm>
            <a:off x="192024" y="137160"/>
            <a:ext cx="10588752" cy="2523490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3" name="PlotTitle"/>
          <p:cNvSpPr/>
          <p:nvPr/>
        </p:nvSpPr>
        <p:spPr>
          <a:xfrm>
            <a:off x="283463" y="273894"/>
            <a:ext cx="1764411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(a) Stage trajectory</a:t>
            </a:r>
          </a:p>
        </p:txBody>
      </p:sp>
      <p:sp>
        <p:nvSpPr>
          <p:cNvPr id="100004" name="PlotLegend"/>
          <p:cNvSpPr/>
          <p:nvPr/>
        </p:nvSpPr>
        <p:spPr>
          <a:xfrm>
            <a:off x="413892" y="62453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red = rollback; gold = completion</a:t>
            </a:r>
          </a:p>
        </p:txBody>
      </p:sp>
      <p:sp>
        <p:nvSpPr>
          <p:cNvPr id="100005" name="Summary0"/>
          <p:cNvSpPr/>
          <p:nvPr/>
        </p:nvSpPr>
        <p:spPr>
          <a:xfrm>
            <a:off x="4617720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6" name="SummaryValue0"/>
          <p:cNvSpPr/>
          <p:nvPr/>
        </p:nvSpPr>
        <p:spPr>
          <a:xfrm>
            <a:off x="4617720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163.6 h</a:t>
            </a:r>
          </a:p>
        </p:txBody>
      </p:sp>
      <p:sp>
        <p:nvSpPr>
          <p:cNvPr id="100007" name="SummaryLabel0"/>
          <p:cNvSpPr/>
          <p:nvPr/>
        </p:nvSpPr>
        <p:spPr>
          <a:xfrm>
            <a:off x="4617720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campaign</a:t>
            </a:r>
          </a:p>
        </p:txBody>
      </p:sp>
      <p:sp>
        <p:nvSpPr>
          <p:cNvPr id="100008" name="Summary1"/>
          <p:cNvSpPr/>
          <p:nvPr/>
        </p:nvSpPr>
        <p:spPr>
          <a:xfrm>
            <a:off x="5632704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9" name="SummaryValue1"/>
          <p:cNvSpPr/>
          <p:nvPr/>
        </p:nvSpPr>
        <p:spPr>
          <a:xfrm>
            <a:off x="5632704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174</a:t>
            </a:r>
          </a:p>
        </p:txBody>
      </p:sp>
      <p:sp>
        <p:nvSpPr>
          <p:cNvPr id="100010" name="SummaryLabel1"/>
          <p:cNvSpPr/>
          <p:nvPr/>
        </p:nvSpPr>
        <p:spPr>
          <a:xfrm>
            <a:off x="5632704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rounds</a:t>
            </a:r>
          </a:p>
        </p:txBody>
      </p:sp>
      <p:sp>
        <p:nvSpPr>
          <p:cNvPr id="100011" name="Summary2"/>
          <p:cNvSpPr/>
          <p:nvPr/>
        </p:nvSpPr>
        <p:spPr>
          <a:xfrm>
            <a:off x="6647688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2" name="SummaryValue2"/>
          <p:cNvSpPr/>
          <p:nvPr/>
        </p:nvSpPr>
        <p:spPr>
          <a:xfrm>
            <a:off x="6647688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94</a:t>
            </a:r>
          </a:p>
        </p:txBody>
      </p:sp>
      <p:sp>
        <p:nvSpPr>
          <p:cNvPr id="100013" name="SummaryLabel2"/>
          <p:cNvSpPr/>
          <p:nvPr/>
        </p:nvSpPr>
        <p:spPr>
          <a:xfrm>
            <a:off x="6647688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revisions</a:t>
            </a:r>
          </a:p>
        </p:txBody>
      </p:sp>
      <p:sp>
        <p:nvSpPr>
          <p:cNvPr id="100014" name="Summary3"/>
          <p:cNvSpPr/>
          <p:nvPr/>
        </p:nvSpPr>
        <p:spPr>
          <a:xfrm>
            <a:off x="7662672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5" name="SummaryValue3"/>
          <p:cNvSpPr/>
          <p:nvPr/>
        </p:nvSpPr>
        <p:spPr>
          <a:xfrm>
            <a:off x="7662672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100016" name="SummaryLabel3"/>
          <p:cNvSpPr/>
          <p:nvPr/>
        </p:nvSpPr>
        <p:spPr>
          <a:xfrm>
            <a:off x="7662672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sessions</a:t>
            </a:r>
          </a:p>
        </p:txBody>
      </p:sp>
      <p:sp>
        <p:nvSpPr>
          <p:cNvPr id="100017" name="Summary4"/>
          <p:cNvSpPr/>
          <p:nvPr/>
        </p:nvSpPr>
        <p:spPr>
          <a:xfrm>
            <a:off x="8677656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8" name="SummaryValue4"/>
          <p:cNvSpPr/>
          <p:nvPr/>
        </p:nvSpPr>
        <p:spPr>
          <a:xfrm>
            <a:off x="8677656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00019" name="SummaryLabel4"/>
          <p:cNvSpPr/>
          <p:nvPr/>
        </p:nvSpPr>
        <p:spPr>
          <a:xfrm>
            <a:off x="8677656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early rollback</a:t>
            </a:r>
          </a:p>
        </p:txBody>
      </p:sp>
      <p:sp>
        <p:nvSpPr>
          <p:cNvPr id="100020" name="Summary5"/>
          <p:cNvSpPr/>
          <p:nvPr/>
        </p:nvSpPr>
        <p:spPr>
          <a:xfrm>
            <a:off x="9692640" y="305772"/>
            <a:ext cx="969264" cy="411480"/>
          </a:xfrm>
          <a:prstGeom prst="roundRect">
            <a:avLst/>
          </a:prstGeom>
          <a:solidFill>
            <a:srgbClr val="FFFDF8"/>
          </a:solidFill>
          <a:ln w="12700">
            <a:solidFill>
              <a:schemeClr val="tx1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1" name="SummaryValue5"/>
          <p:cNvSpPr/>
          <p:nvPr/>
        </p:nvSpPr>
        <p:spPr>
          <a:xfrm>
            <a:off x="9692640" y="35149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0022" name="SummaryLabel5"/>
          <p:cNvSpPr/>
          <p:nvPr/>
        </p:nvSpPr>
        <p:spPr>
          <a:xfrm>
            <a:off x="9692640" y="534372"/>
            <a:ext cx="969264" cy="128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>
                <a:solidFill>
                  <a:srgbClr val="67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late rollback</a:t>
            </a:r>
          </a:p>
        </p:txBody>
      </p:sp>
      <p:sp>
        <p:nvSpPr>
          <p:cNvPr id="100023" name="Band0"/>
          <p:cNvSpPr/>
          <p:nvPr/>
        </p:nvSpPr>
        <p:spPr>
          <a:xfrm>
            <a:off x="7191955" y="1052656"/>
            <a:ext cx="668271" cy="1291252"/>
          </a:xfrm>
          <a:prstGeom prst="roundRect">
            <a:avLst>
              <a:gd name="adj" fmla="val 0"/>
            </a:avLst>
          </a:prstGeom>
          <a:solidFill>
            <a:srgbClr val="FCEBED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4" name="BandLabel0"/>
          <p:cNvSpPr/>
          <p:nvPr/>
        </p:nvSpPr>
        <p:spPr>
          <a:xfrm>
            <a:off x="7191955" y="1074355"/>
            <a:ext cx="668271" cy="1097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66717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no-go x7</a:t>
            </a:r>
          </a:p>
        </p:txBody>
      </p:sp>
      <p:sp>
        <p:nvSpPr>
          <p:cNvPr id="100025" name="Band1"/>
          <p:cNvSpPr/>
          <p:nvPr/>
        </p:nvSpPr>
        <p:spPr>
          <a:xfrm>
            <a:off x="7861150" y="1052656"/>
            <a:ext cx="423578" cy="1291252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7" name="Band2"/>
          <p:cNvSpPr/>
          <p:nvPr/>
        </p:nvSpPr>
        <p:spPr>
          <a:xfrm>
            <a:off x="9850217" y="1052656"/>
            <a:ext cx="438409" cy="1291252"/>
          </a:xfrm>
          <a:prstGeom prst="roundRect">
            <a:avLst>
              <a:gd name="adj" fmla="val 0"/>
            </a:avLst>
          </a:prstGeom>
          <a:solidFill>
            <a:srgbClr val="FFF2DA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cxnSp>
        <p:nvCxnSpPr>
          <p:cNvPr id="100029" name="Grid0"/>
          <p:cNvCxnSpPr/>
          <p:nvPr/>
        </p:nvCxnSpPr>
        <p:spPr>
          <a:xfrm>
            <a:off x="1168236" y="1052656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30" name="StageLabel0"/>
          <p:cNvSpPr/>
          <p:nvPr/>
        </p:nvSpPr>
        <p:spPr>
          <a:xfrm>
            <a:off x="409407" y="979504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 dirty="0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Submission</a:t>
            </a:r>
          </a:p>
        </p:txBody>
      </p:sp>
      <p:cxnSp>
        <p:nvCxnSpPr>
          <p:cNvPr id="100031" name="Grid1"/>
          <p:cNvCxnSpPr/>
          <p:nvPr/>
        </p:nvCxnSpPr>
        <p:spPr>
          <a:xfrm>
            <a:off x="1168236" y="1237118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32" name="StageLabel1"/>
          <p:cNvSpPr/>
          <p:nvPr/>
        </p:nvSpPr>
        <p:spPr>
          <a:xfrm>
            <a:off x="409407" y="1163966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</a:t>
            </a:r>
          </a:p>
        </p:txBody>
      </p:sp>
      <p:cxnSp>
        <p:nvCxnSpPr>
          <p:cNvPr id="100033" name="Grid2"/>
          <p:cNvCxnSpPr/>
          <p:nvPr/>
        </p:nvCxnSpPr>
        <p:spPr>
          <a:xfrm>
            <a:off x="1168236" y="1421580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34" name="StageLabel2"/>
          <p:cNvSpPr/>
          <p:nvPr/>
        </p:nvSpPr>
        <p:spPr>
          <a:xfrm>
            <a:off x="409407" y="1348428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Draft</a:t>
            </a:r>
          </a:p>
        </p:txBody>
      </p:sp>
      <p:cxnSp>
        <p:nvCxnSpPr>
          <p:cNvPr id="100035" name="Grid3"/>
          <p:cNvCxnSpPr/>
          <p:nvPr/>
        </p:nvCxnSpPr>
        <p:spPr>
          <a:xfrm>
            <a:off x="1168236" y="1606051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36" name="StageLabel3"/>
          <p:cNvSpPr/>
          <p:nvPr/>
        </p:nvSpPr>
        <p:spPr>
          <a:xfrm>
            <a:off x="409407" y="1532899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Analysis</a:t>
            </a:r>
          </a:p>
        </p:txBody>
      </p:sp>
      <p:cxnSp>
        <p:nvCxnSpPr>
          <p:cNvPr id="100037" name="Grid4"/>
          <p:cNvCxnSpPr/>
          <p:nvPr/>
        </p:nvCxnSpPr>
        <p:spPr>
          <a:xfrm>
            <a:off x="1168236" y="1790513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38" name="StageLabel4"/>
          <p:cNvSpPr/>
          <p:nvPr/>
        </p:nvSpPr>
        <p:spPr>
          <a:xfrm>
            <a:off x="409407" y="1717361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Run</a:t>
            </a:r>
          </a:p>
        </p:txBody>
      </p:sp>
      <p:cxnSp>
        <p:nvCxnSpPr>
          <p:cNvPr id="100039" name="Grid5"/>
          <p:cNvCxnSpPr/>
          <p:nvPr/>
        </p:nvCxnSpPr>
        <p:spPr>
          <a:xfrm>
            <a:off x="1168236" y="1974975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40" name="StageLabel5"/>
          <p:cNvSpPr/>
          <p:nvPr/>
        </p:nvSpPr>
        <p:spPr>
          <a:xfrm>
            <a:off x="409407" y="1901823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Benchmark</a:t>
            </a:r>
          </a:p>
        </p:txBody>
      </p:sp>
      <p:cxnSp>
        <p:nvCxnSpPr>
          <p:cNvPr id="100041" name="Grid6"/>
          <p:cNvCxnSpPr/>
          <p:nvPr/>
        </p:nvCxnSpPr>
        <p:spPr>
          <a:xfrm>
            <a:off x="1168236" y="2159446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42" name="StageLabel6"/>
          <p:cNvSpPr/>
          <p:nvPr/>
        </p:nvSpPr>
        <p:spPr>
          <a:xfrm>
            <a:off x="409407" y="2086294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Plan</a:t>
            </a:r>
          </a:p>
        </p:txBody>
      </p:sp>
      <p:cxnSp>
        <p:nvCxnSpPr>
          <p:cNvPr id="100043" name="Grid7"/>
          <p:cNvCxnSpPr/>
          <p:nvPr/>
        </p:nvCxnSpPr>
        <p:spPr>
          <a:xfrm>
            <a:off x="1168236" y="2343908"/>
            <a:ext cx="9120390" cy="0"/>
          </a:xfrm>
          <a:prstGeom prst="straightConnector1">
            <a:avLst/>
          </a:prstGeom>
          <a:ln w="8890">
            <a:solidFill>
              <a:srgbClr val="E1E7EC"/>
            </a:solidFill>
            <a:prstDash val="solid"/>
            <a:tailEnd type="none"/>
          </a:ln>
        </p:spPr>
      </p:cxnSp>
      <p:sp>
        <p:nvSpPr>
          <p:cNvPr id="100044" name="StageLabel7"/>
          <p:cNvSpPr/>
          <p:nvPr/>
        </p:nvSpPr>
        <p:spPr>
          <a:xfrm>
            <a:off x="409407" y="2270756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900" b="1" i="1">
                <a:solidFill>
                  <a:srgbClr val="53627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Research</a:t>
            </a:r>
          </a:p>
        </p:txBody>
      </p:sp>
      <p:cxnSp>
        <p:nvCxnSpPr>
          <p:cNvPr id="100045" name="Tick0"/>
          <p:cNvCxnSpPr/>
          <p:nvPr/>
        </p:nvCxnSpPr>
        <p:spPr>
          <a:xfrm>
            <a:off x="1168236" y="1052656"/>
            <a:ext cx="0" cy="1318382"/>
          </a:xfrm>
          <a:prstGeom prst="straightConnector1">
            <a:avLst/>
          </a:prstGeom>
          <a:ln w="8890">
            <a:solidFill>
              <a:srgbClr val="D8E0E7"/>
            </a:solidFill>
            <a:prstDash val="dash"/>
            <a:tailEnd type="none"/>
          </a:ln>
        </p:spPr>
      </p:cxnSp>
      <p:sp>
        <p:nvSpPr>
          <p:cNvPr id="100046" name="TickLabel0"/>
          <p:cNvSpPr/>
          <p:nvPr/>
        </p:nvSpPr>
        <p:spPr>
          <a:xfrm>
            <a:off x="967068" y="2409013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7180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 h</a:t>
            </a:r>
          </a:p>
        </p:txBody>
      </p:sp>
      <p:cxnSp>
        <p:nvCxnSpPr>
          <p:cNvPr id="100047" name="Tick1"/>
          <p:cNvCxnSpPr/>
          <p:nvPr/>
        </p:nvCxnSpPr>
        <p:spPr>
          <a:xfrm>
            <a:off x="3398274" y="1052656"/>
            <a:ext cx="0" cy="1318382"/>
          </a:xfrm>
          <a:prstGeom prst="straightConnector1">
            <a:avLst/>
          </a:prstGeom>
          <a:ln w="8890">
            <a:solidFill>
              <a:srgbClr val="D8E0E7"/>
            </a:solidFill>
            <a:prstDash val="dash"/>
            <a:tailEnd type="none"/>
          </a:ln>
        </p:spPr>
      </p:cxnSp>
      <p:sp>
        <p:nvSpPr>
          <p:cNvPr id="100048" name="TickLabel1"/>
          <p:cNvSpPr/>
          <p:nvPr/>
        </p:nvSpPr>
        <p:spPr>
          <a:xfrm>
            <a:off x="3197106" y="2409013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>
                <a:solidFill>
                  <a:srgbClr val="7180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40 h</a:t>
            </a:r>
          </a:p>
        </p:txBody>
      </p:sp>
      <p:cxnSp>
        <p:nvCxnSpPr>
          <p:cNvPr id="100049" name="Tick2"/>
          <p:cNvCxnSpPr/>
          <p:nvPr/>
        </p:nvCxnSpPr>
        <p:spPr>
          <a:xfrm>
            <a:off x="5629255" y="1052656"/>
            <a:ext cx="0" cy="1318382"/>
          </a:xfrm>
          <a:prstGeom prst="straightConnector1">
            <a:avLst/>
          </a:prstGeom>
          <a:ln w="8890">
            <a:solidFill>
              <a:srgbClr val="D8E0E7"/>
            </a:solidFill>
            <a:prstDash val="dash"/>
            <a:tailEnd type="none"/>
          </a:ln>
        </p:spPr>
      </p:cxnSp>
      <p:sp>
        <p:nvSpPr>
          <p:cNvPr id="100050" name="TickLabel2"/>
          <p:cNvSpPr/>
          <p:nvPr/>
        </p:nvSpPr>
        <p:spPr>
          <a:xfrm>
            <a:off x="5428087" y="2409013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>
                <a:solidFill>
                  <a:srgbClr val="7180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80 h</a:t>
            </a:r>
          </a:p>
        </p:txBody>
      </p:sp>
      <p:cxnSp>
        <p:nvCxnSpPr>
          <p:cNvPr id="100051" name="Tick3"/>
          <p:cNvCxnSpPr/>
          <p:nvPr/>
        </p:nvCxnSpPr>
        <p:spPr>
          <a:xfrm>
            <a:off x="7859303" y="1052656"/>
            <a:ext cx="0" cy="1318382"/>
          </a:xfrm>
          <a:prstGeom prst="straightConnector1">
            <a:avLst/>
          </a:prstGeom>
          <a:ln w="8890">
            <a:solidFill>
              <a:srgbClr val="D8E0E7"/>
            </a:solidFill>
            <a:prstDash val="dash"/>
            <a:tailEnd type="none"/>
          </a:ln>
        </p:spPr>
      </p:cxnSp>
      <p:sp>
        <p:nvSpPr>
          <p:cNvPr id="100052" name="TickLabel3"/>
          <p:cNvSpPr/>
          <p:nvPr/>
        </p:nvSpPr>
        <p:spPr>
          <a:xfrm>
            <a:off x="7658135" y="2409013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>
                <a:solidFill>
                  <a:srgbClr val="7180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120 h</a:t>
            </a:r>
          </a:p>
        </p:txBody>
      </p:sp>
      <p:cxnSp>
        <p:nvCxnSpPr>
          <p:cNvPr id="100053" name="Tick4"/>
          <p:cNvCxnSpPr/>
          <p:nvPr/>
        </p:nvCxnSpPr>
        <p:spPr>
          <a:xfrm>
            <a:off x="10090274" y="1052656"/>
            <a:ext cx="0" cy="1318382"/>
          </a:xfrm>
          <a:prstGeom prst="straightConnector1">
            <a:avLst/>
          </a:prstGeom>
          <a:ln w="8890">
            <a:solidFill>
              <a:srgbClr val="D8E0E7"/>
            </a:solidFill>
            <a:prstDash val="dash"/>
            <a:tailEnd type="none"/>
          </a:ln>
        </p:spPr>
      </p:cxnSp>
      <p:sp>
        <p:nvSpPr>
          <p:cNvPr id="100054" name="TickLabel4"/>
          <p:cNvSpPr/>
          <p:nvPr/>
        </p:nvSpPr>
        <p:spPr>
          <a:xfrm>
            <a:off x="9889106" y="2409013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>
                <a:solidFill>
                  <a:srgbClr val="7180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160 h</a:t>
            </a:r>
          </a:p>
        </p:txBody>
      </p:sp>
      <p:cxnSp>
        <p:nvCxnSpPr>
          <p:cNvPr id="100055" name="Trajectory0"/>
          <p:cNvCxnSpPr/>
          <p:nvPr/>
        </p:nvCxnSpPr>
        <p:spPr>
          <a:xfrm>
            <a:off x="1168236" y="2343908"/>
            <a:ext cx="342946" cy="0"/>
          </a:xfrm>
          <a:prstGeom prst="straightConnector1">
            <a:avLst/>
          </a:prstGeom>
          <a:ln w="42672">
            <a:solidFill>
              <a:srgbClr val="DCE7FA"/>
            </a:solidFill>
            <a:prstDash val="solid"/>
            <a:tailEnd type="none"/>
          </a:ln>
        </p:spPr>
      </p:cxnSp>
      <p:cxnSp>
        <p:nvCxnSpPr>
          <p:cNvPr id="100056" name="Trajectory1"/>
          <p:cNvCxnSpPr/>
          <p:nvPr/>
        </p:nvCxnSpPr>
        <p:spPr>
          <a:xfrm>
            <a:off x="1511172" y="2159446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57" name="Trajectory2"/>
          <p:cNvCxnSpPr/>
          <p:nvPr/>
        </p:nvCxnSpPr>
        <p:spPr>
          <a:xfrm>
            <a:off x="1511172" y="2159446"/>
            <a:ext cx="91760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58" name="Trajectory3"/>
          <p:cNvCxnSpPr/>
          <p:nvPr/>
        </p:nvCxnSpPr>
        <p:spPr>
          <a:xfrm>
            <a:off x="1602932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59" name="Trajectory4"/>
          <p:cNvCxnSpPr/>
          <p:nvPr/>
        </p:nvCxnSpPr>
        <p:spPr>
          <a:xfrm>
            <a:off x="1602932" y="1974975"/>
            <a:ext cx="5470380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60" name="Trajectory5"/>
          <p:cNvCxnSpPr/>
          <p:nvPr/>
        </p:nvCxnSpPr>
        <p:spPr>
          <a:xfrm>
            <a:off x="7073312" y="1790513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61" name="Trajectory6"/>
          <p:cNvCxnSpPr/>
          <p:nvPr/>
        </p:nvCxnSpPr>
        <p:spPr>
          <a:xfrm>
            <a:off x="7073312" y="1790513"/>
            <a:ext cx="118643" cy="0"/>
          </a:xfrm>
          <a:prstGeom prst="straightConnector1">
            <a:avLst/>
          </a:prstGeom>
          <a:ln w="42672">
            <a:solidFill>
              <a:srgbClr val="648BCF"/>
            </a:solidFill>
            <a:prstDash val="solid"/>
            <a:tailEnd type="none"/>
          </a:ln>
        </p:spPr>
      </p:cxnSp>
      <p:cxnSp>
        <p:nvCxnSpPr>
          <p:cNvPr id="100062" name="Trajectory7"/>
          <p:cNvCxnSpPr/>
          <p:nvPr/>
        </p:nvCxnSpPr>
        <p:spPr>
          <a:xfrm>
            <a:off x="7191955" y="1790513"/>
            <a:ext cx="0" cy="368933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63" name="Trajectory8"/>
          <p:cNvCxnSpPr/>
          <p:nvPr/>
        </p:nvCxnSpPr>
        <p:spPr>
          <a:xfrm>
            <a:off x="7191955" y="2159446"/>
            <a:ext cx="17611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64" name="Trajectory9"/>
          <p:cNvCxnSpPr/>
          <p:nvPr/>
        </p:nvCxnSpPr>
        <p:spPr>
          <a:xfrm>
            <a:off x="7209567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65" name="Trajectory10"/>
          <p:cNvCxnSpPr/>
          <p:nvPr/>
        </p:nvCxnSpPr>
        <p:spPr>
          <a:xfrm>
            <a:off x="7209567" y="1974975"/>
            <a:ext cx="25027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66" name="Trajectory11"/>
          <p:cNvCxnSpPr/>
          <p:nvPr/>
        </p:nvCxnSpPr>
        <p:spPr>
          <a:xfrm>
            <a:off x="7234594" y="1790513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67" name="Trajectory12"/>
          <p:cNvCxnSpPr/>
          <p:nvPr/>
        </p:nvCxnSpPr>
        <p:spPr>
          <a:xfrm>
            <a:off x="7234594" y="1790513"/>
            <a:ext cx="40782" cy="0"/>
          </a:xfrm>
          <a:prstGeom prst="straightConnector1">
            <a:avLst/>
          </a:prstGeom>
          <a:ln w="42672">
            <a:solidFill>
              <a:srgbClr val="648BCF"/>
            </a:solidFill>
            <a:prstDash val="solid"/>
            <a:tailEnd type="none"/>
          </a:ln>
        </p:spPr>
      </p:cxnSp>
      <p:cxnSp>
        <p:nvCxnSpPr>
          <p:cNvPr id="100068" name="Trajectory13"/>
          <p:cNvCxnSpPr/>
          <p:nvPr/>
        </p:nvCxnSpPr>
        <p:spPr>
          <a:xfrm>
            <a:off x="7275376" y="1790513"/>
            <a:ext cx="0" cy="368933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69" name="Trajectory14"/>
          <p:cNvCxnSpPr/>
          <p:nvPr/>
        </p:nvCxnSpPr>
        <p:spPr>
          <a:xfrm>
            <a:off x="7275376" y="2159446"/>
            <a:ext cx="11119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70" name="Trajectory15"/>
          <p:cNvCxnSpPr/>
          <p:nvPr/>
        </p:nvCxnSpPr>
        <p:spPr>
          <a:xfrm>
            <a:off x="7286495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71" name="Trajectory16"/>
          <p:cNvCxnSpPr/>
          <p:nvPr/>
        </p:nvCxnSpPr>
        <p:spPr>
          <a:xfrm>
            <a:off x="7286495" y="1974975"/>
            <a:ext cx="25027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72" name="Trajectory17"/>
          <p:cNvCxnSpPr/>
          <p:nvPr/>
        </p:nvCxnSpPr>
        <p:spPr>
          <a:xfrm>
            <a:off x="7311522" y="1974975"/>
            <a:ext cx="0" cy="184462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73" name="Trajectory18"/>
          <p:cNvCxnSpPr/>
          <p:nvPr/>
        </p:nvCxnSpPr>
        <p:spPr>
          <a:xfrm>
            <a:off x="7311522" y="2159446"/>
            <a:ext cx="12975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74" name="Trajectory19"/>
          <p:cNvCxnSpPr/>
          <p:nvPr/>
        </p:nvCxnSpPr>
        <p:spPr>
          <a:xfrm>
            <a:off x="7324498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75" name="Trajectory20"/>
          <p:cNvCxnSpPr/>
          <p:nvPr/>
        </p:nvCxnSpPr>
        <p:spPr>
          <a:xfrm>
            <a:off x="7324498" y="1974975"/>
            <a:ext cx="20391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76" name="Trajectory21"/>
          <p:cNvCxnSpPr/>
          <p:nvPr/>
        </p:nvCxnSpPr>
        <p:spPr>
          <a:xfrm>
            <a:off x="7344889" y="1974975"/>
            <a:ext cx="0" cy="184462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77" name="Trajectory22"/>
          <p:cNvCxnSpPr/>
          <p:nvPr/>
        </p:nvCxnSpPr>
        <p:spPr>
          <a:xfrm>
            <a:off x="7344889" y="2159446"/>
            <a:ext cx="17611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78" name="Trajectory23"/>
          <p:cNvCxnSpPr/>
          <p:nvPr/>
        </p:nvCxnSpPr>
        <p:spPr>
          <a:xfrm>
            <a:off x="7362500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79" name="Trajectory24"/>
          <p:cNvCxnSpPr/>
          <p:nvPr/>
        </p:nvCxnSpPr>
        <p:spPr>
          <a:xfrm>
            <a:off x="7362500" y="1974975"/>
            <a:ext cx="26883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80" name="Trajectory25"/>
          <p:cNvCxnSpPr/>
          <p:nvPr/>
        </p:nvCxnSpPr>
        <p:spPr>
          <a:xfrm>
            <a:off x="7389374" y="1974975"/>
            <a:ext cx="0" cy="184462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81" name="Trajectory26"/>
          <p:cNvCxnSpPr/>
          <p:nvPr/>
        </p:nvCxnSpPr>
        <p:spPr>
          <a:xfrm>
            <a:off x="7389374" y="2159446"/>
            <a:ext cx="12975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82" name="Trajectory27"/>
          <p:cNvCxnSpPr/>
          <p:nvPr/>
        </p:nvCxnSpPr>
        <p:spPr>
          <a:xfrm>
            <a:off x="7402350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83" name="Trajectory28"/>
          <p:cNvCxnSpPr/>
          <p:nvPr/>
        </p:nvCxnSpPr>
        <p:spPr>
          <a:xfrm>
            <a:off x="7402350" y="1974975"/>
            <a:ext cx="22247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84" name="Trajectory29"/>
          <p:cNvCxnSpPr/>
          <p:nvPr/>
        </p:nvCxnSpPr>
        <p:spPr>
          <a:xfrm>
            <a:off x="7424597" y="1974975"/>
            <a:ext cx="0" cy="184462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85" name="Trajectory30"/>
          <p:cNvCxnSpPr/>
          <p:nvPr/>
        </p:nvCxnSpPr>
        <p:spPr>
          <a:xfrm>
            <a:off x="7424597" y="2159446"/>
            <a:ext cx="12975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86" name="Trajectory31"/>
          <p:cNvCxnSpPr/>
          <p:nvPr/>
        </p:nvCxnSpPr>
        <p:spPr>
          <a:xfrm>
            <a:off x="7437572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87" name="Trajectory32"/>
          <p:cNvCxnSpPr/>
          <p:nvPr/>
        </p:nvCxnSpPr>
        <p:spPr>
          <a:xfrm>
            <a:off x="7437572" y="1974975"/>
            <a:ext cx="24094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88" name="Trajectory33"/>
          <p:cNvCxnSpPr/>
          <p:nvPr/>
        </p:nvCxnSpPr>
        <p:spPr>
          <a:xfrm>
            <a:off x="7461676" y="1974975"/>
            <a:ext cx="0" cy="184462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089" name="Trajectory34"/>
          <p:cNvCxnSpPr/>
          <p:nvPr/>
        </p:nvCxnSpPr>
        <p:spPr>
          <a:xfrm>
            <a:off x="7461676" y="2159446"/>
            <a:ext cx="399483" cy="0"/>
          </a:xfrm>
          <a:prstGeom prst="straightConnector1">
            <a:avLst/>
          </a:prstGeom>
          <a:ln w="42672">
            <a:solidFill>
              <a:srgbClr val="BFD3F5"/>
            </a:solidFill>
            <a:prstDash val="solid"/>
            <a:tailEnd type="none"/>
          </a:ln>
        </p:spPr>
      </p:cxnSp>
      <p:cxnSp>
        <p:nvCxnSpPr>
          <p:cNvPr id="100090" name="Trajectory35"/>
          <p:cNvCxnSpPr/>
          <p:nvPr/>
        </p:nvCxnSpPr>
        <p:spPr>
          <a:xfrm>
            <a:off x="7861150" y="1974975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91" name="Trajectory36"/>
          <p:cNvCxnSpPr/>
          <p:nvPr/>
        </p:nvCxnSpPr>
        <p:spPr>
          <a:xfrm>
            <a:off x="7861150" y="1974975"/>
            <a:ext cx="26883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092" name="Trajectory37"/>
          <p:cNvCxnSpPr/>
          <p:nvPr/>
        </p:nvCxnSpPr>
        <p:spPr>
          <a:xfrm>
            <a:off x="7888033" y="1790513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93" name="Trajectory38"/>
          <p:cNvCxnSpPr/>
          <p:nvPr/>
        </p:nvCxnSpPr>
        <p:spPr>
          <a:xfrm>
            <a:off x="7888033" y="1790513"/>
            <a:ext cx="115854" cy="0"/>
          </a:xfrm>
          <a:prstGeom prst="straightConnector1">
            <a:avLst/>
          </a:prstGeom>
          <a:ln w="42672">
            <a:solidFill>
              <a:srgbClr val="648BCF"/>
            </a:solidFill>
            <a:prstDash val="solid"/>
            <a:tailEnd type="none"/>
          </a:ln>
        </p:spPr>
      </p:cxnSp>
      <p:cxnSp>
        <p:nvCxnSpPr>
          <p:cNvPr id="100094" name="Trajectory39"/>
          <p:cNvCxnSpPr/>
          <p:nvPr/>
        </p:nvCxnSpPr>
        <p:spPr>
          <a:xfrm>
            <a:off x="8003888" y="1606051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95" name="Trajectory40"/>
          <p:cNvCxnSpPr/>
          <p:nvPr/>
        </p:nvCxnSpPr>
        <p:spPr>
          <a:xfrm>
            <a:off x="8003888" y="1606051"/>
            <a:ext cx="30587" cy="0"/>
          </a:xfrm>
          <a:prstGeom prst="straightConnector1">
            <a:avLst/>
          </a:prstGeom>
          <a:ln w="42672">
            <a:solidFill>
              <a:srgbClr val="8DCFC2"/>
            </a:solidFill>
            <a:prstDash val="solid"/>
            <a:tailEnd type="none"/>
          </a:ln>
        </p:spPr>
      </p:cxnSp>
      <p:cxnSp>
        <p:nvCxnSpPr>
          <p:cNvPr id="100096" name="Trajectory41"/>
          <p:cNvCxnSpPr/>
          <p:nvPr/>
        </p:nvCxnSpPr>
        <p:spPr>
          <a:xfrm>
            <a:off x="8034474" y="1421580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97" name="Trajectory42"/>
          <p:cNvCxnSpPr/>
          <p:nvPr/>
        </p:nvCxnSpPr>
        <p:spPr>
          <a:xfrm>
            <a:off x="8034474" y="1421580"/>
            <a:ext cx="113075" cy="0"/>
          </a:xfrm>
          <a:prstGeom prst="straightConnector1">
            <a:avLst/>
          </a:prstGeom>
          <a:ln w="42672">
            <a:solidFill>
              <a:srgbClr val="E4D39D"/>
            </a:solidFill>
            <a:prstDash val="solid"/>
            <a:tailEnd type="none"/>
          </a:ln>
        </p:spPr>
      </p:cxnSp>
      <p:cxnSp>
        <p:nvCxnSpPr>
          <p:cNvPr id="100098" name="Trajectory43"/>
          <p:cNvCxnSpPr/>
          <p:nvPr/>
        </p:nvCxnSpPr>
        <p:spPr>
          <a:xfrm>
            <a:off x="8147558" y="1237118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099" name="Trajectory44"/>
          <p:cNvCxnSpPr/>
          <p:nvPr/>
        </p:nvCxnSpPr>
        <p:spPr>
          <a:xfrm>
            <a:off x="8147558" y="1237118"/>
            <a:ext cx="137178" cy="0"/>
          </a:xfrm>
          <a:prstGeom prst="straightConnector1">
            <a:avLst/>
          </a:prstGeom>
          <a:ln w="42672">
            <a:solidFill>
              <a:srgbClr val="E8AD76"/>
            </a:solidFill>
            <a:prstDash val="solid"/>
            <a:tailEnd type="none"/>
          </a:ln>
        </p:spPr>
      </p:cxnSp>
      <p:cxnSp>
        <p:nvCxnSpPr>
          <p:cNvPr id="100100" name="Trajectory45"/>
          <p:cNvCxnSpPr/>
          <p:nvPr/>
        </p:nvCxnSpPr>
        <p:spPr>
          <a:xfrm>
            <a:off x="8284737" y="1052656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01" name="Trajectory46"/>
          <p:cNvCxnSpPr/>
          <p:nvPr/>
        </p:nvCxnSpPr>
        <p:spPr>
          <a:xfrm>
            <a:off x="8284737" y="1052656"/>
            <a:ext cx="1565480" cy="0"/>
          </a:xfrm>
          <a:prstGeom prst="straightConnector1">
            <a:avLst/>
          </a:prstGeom>
          <a:ln w="42672">
            <a:solidFill>
              <a:srgbClr val="C38A20"/>
            </a:solidFill>
            <a:prstDash val="solid"/>
            <a:tailEnd type="none"/>
          </a:ln>
        </p:spPr>
      </p:cxnSp>
      <p:cxnSp>
        <p:nvCxnSpPr>
          <p:cNvPr id="100102" name="Trajectory47"/>
          <p:cNvCxnSpPr/>
          <p:nvPr/>
        </p:nvCxnSpPr>
        <p:spPr>
          <a:xfrm>
            <a:off x="9850217" y="1052656"/>
            <a:ext cx="0" cy="922328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103" name="Trajectory48"/>
          <p:cNvCxnSpPr/>
          <p:nvPr/>
        </p:nvCxnSpPr>
        <p:spPr>
          <a:xfrm>
            <a:off x="9850217" y="1974975"/>
            <a:ext cx="92684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104" name="Trajectory49"/>
          <p:cNvCxnSpPr/>
          <p:nvPr/>
        </p:nvCxnSpPr>
        <p:spPr>
          <a:xfrm>
            <a:off x="9942900" y="1790513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05" name="Trajectory50"/>
          <p:cNvCxnSpPr/>
          <p:nvPr/>
        </p:nvCxnSpPr>
        <p:spPr>
          <a:xfrm>
            <a:off x="9942900" y="1790513"/>
            <a:ext cx="11119" cy="0"/>
          </a:xfrm>
          <a:prstGeom prst="straightConnector1">
            <a:avLst/>
          </a:prstGeom>
          <a:ln w="42672">
            <a:solidFill>
              <a:srgbClr val="648BCF"/>
            </a:solidFill>
            <a:prstDash val="solid"/>
            <a:tailEnd type="none"/>
          </a:ln>
        </p:spPr>
      </p:cxnSp>
      <p:cxnSp>
        <p:nvCxnSpPr>
          <p:cNvPr id="100106" name="Trajectory51"/>
          <p:cNvCxnSpPr/>
          <p:nvPr/>
        </p:nvCxnSpPr>
        <p:spPr>
          <a:xfrm>
            <a:off x="9954020" y="1606051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07" name="Trajectory52"/>
          <p:cNvCxnSpPr/>
          <p:nvPr/>
        </p:nvCxnSpPr>
        <p:spPr>
          <a:xfrm>
            <a:off x="9954020" y="1606051"/>
            <a:ext cx="20391" cy="0"/>
          </a:xfrm>
          <a:prstGeom prst="straightConnector1">
            <a:avLst/>
          </a:prstGeom>
          <a:ln w="42672">
            <a:solidFill>
              <a:srgbClr val="8DCFC2"/>
            </a:solidFill>
            <a:prstDash val="solid"/>
            <a:tailEnd type="none"/>
          </a:ln>
        </p:spPr>
      </p:cxnSp>
      <p:cxnSp>
        <p:nvCxnSpPr>
          <p:cNvPr id="100108" name="Trajectory53"/>
          <p:cNvCxnSpPr/>
          <p:nvPr/>
        </p:nvCxnSpPr>
        <p:spPr>
          <a:xfrm>
            <a:off x="9974411" y="1421580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09" name="Trajectory54"/>
          <p:cNvCxnSpPr/>
          <p:nvPr/>
        </p:nvCxnSpPr>
        <p:spPr>
          <a:xfrm>
            <a:off x="9974411" y="1421580"/>
            <a:ext cx="17611" cy="0"/>
          </a:xfrm>
          <a:prstGeom prst="straightConnector1">
            <a:avLst/>
          </a:prstGeom>
          <a:ln w="42672">
            <a:solidFill>
              <a:srgbClr val="E4D39D"/>
            </a:solidFill>
            <a:prstDash val="solid"/>
            <a:tailEnd type="none"/>
          </a:ln>
        </p:spPr>
      </p:cxnSp>
      <p:cxnSp>
        <p:nvCxnSpPr>
          <p:cNvPr id="100110" name="Trajectory55"/>
          <p:cNvCxnSpPr/>
          <p:nvPr/>
        </p:nvCxnSpPr>
        <p:spPr>
          <a:xfrm>
            <a:off x="9992022" y="1237118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11" name="Trajectory56"/>
          <p:cNvCxnSpPr/>
          <p:nvPr/>
        </p:nvCxnSpPr>
        <p:spPr>
          <a:xfrm>
            <a:off x="9992022" y="1237118"/>
            <a:ext cx="59317" cy="0"/>
          </a:xfrm>
          <a:prstGeom prst="straightConnector1">
            <a:avLst/>
          </a:prstGeom>
          <a:ln w="42672">
            <a:solidFill>
              <a:srgbClr val="E8AD76"/>
            </a:solidFill>
            <a:prstDash val="solid"/>
            <a:tailEnd type="none"/>
          </a:ln>
        </p:spPr>
      </p:cxnSp>
      <p:cxnSp>
        <p:nvCxnSpPr>
          <p:cNvPr id="100112" name="Trajectory57"/>
          <p:cNvCxnSpPr/>
          <p:nvPr/>
        </p:nvCxnSpPr>
        <p:spPr>
          <a:xfrm>
            <a:off x="10051348" y="1052656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13" name="Trajectory58"/>
          <p:cNvCxnSpPr/>
          <p:nvPr/>
        </p:nvCxnSpPr>
        <p:spPr>
          <a:xfrm>
            <a:off x="10051348" y="1052656"/>
            <a:ext cx="0" cy="0"/>
          </a:xfrm>
          <a:prstGeom prst="straightConnector1">
            <a:avLst/>
          </a:prstGeom>
          <a:ln w="42672">
            <a:solidFill>
              <a:srgbClr val="C38A20"/>
            </a:solidFill>
            <a:prstDash val="solid"/>
            <a:tailEnd type="none"/>
          </a:ln>
        </p:spPr>
      </p:cxnSp>
      <p:cxnSp>
        <p:nvCxnSpPr>
          <p:cNvPr id="100114" name="Trajectory59"/>
          <p:cNvCxnSpPr/>
          <p:nvPr/>
        </p:nvCxnSpPr>
        <p:spPr>
          <a:xfrm>
            <a:off x="10051348" y="1052656"/>
            <a:ext cx="0" cy="922328"/>
          </a:xfrm>
          <a:prstGeom prst="straightConnector1">
            <a:avLst/>
          </a:prstGeom>
          <a:ln w="16002">
            <a:solidFill>
              <a:srgbClr val="B43F55"/>
            </a:solidFill>
            <a:prstDash val="solid"/>
            <a:tailEnd type="none"/>
          </a:ln>
        </p:spPr>
      </p:cxnSp>
      <p:cxnSp>
        <p:nvCxnSpPr>
          <p:cNvPr id="100115" name="Trajectory60"/>
          <p:cNvCxnSpPr/>
          <p:nvPr/>
        </p:nvCxnSpPr>
        <p:spPr>
          <a:xfrm>
            <a:off x="10051348" y="1974975"/>
            <a:ext cx="17611" cy="0"/>
          </a:xfrm>
          <a:prstGeom prst="straightConnector1">
            <a:avLst/>
          </a:prstGeom>
          <a:ln w="42672">
            <a:solidFill>
              <a:srgbClr val="91B1E5"/>
            </a:solidFill>
            <a:prstDash val="solid"/>
            <a:tailEnd type="none"/>
          </a:ln>
        </p:spPr>
      </p:cxnSp>
      <p:cxnSp>
        <p:nvCxnSpPr>
          <p:cNvPr id="100116" name="Trajectory61"/>
          <p:cNvCxnSpPr/>
          <p:nvPr/>
        </p:nvCxnSpPr>
        <p:spPr>
          <a:xfrm>
            <a:off x="10068960" y="1790513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17" name="Trajectory62"/>
          <p:cNvCxnSpPr/>
          <p:nvPr/>
        </p:nvCxnSpPr>
        <p:spPr>
          <a:xfrm>
            <a:off x="10068960" y="1790513"/>
            <a:ext cx="75072" cy="0"/>
          </a:xfrm>
          <a:prstGeom prst="straightConnector1">
            <a:avLst/>
          </a:prstGeom>
          <a:ln w="42672">
            <a:solidFill>
              <a:srgbClr val="648BCF"/>
            </a:solidFill>
            <a:prstDash val="solid"/>
            <a:tailEnd type="none"/>
          </a:ln>
        </p:spPr>
      </p:cxnSp>
      <p:cxnSp>
        <p:nvCxnSpPr>
          <p:cNvPr id="100118" name="Trajectory63"/>
          <p:cNvCxnSpPr/>
          <p:nvPr/>
        </p:nvCxnSpPr>
        <p:spPr>
          <a:xfrm>
            <a:off x="10144032" y="1606051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19" name="Trajectory64"/>
          <p:cNvCxnSpPr/>
          <p:nvPr/>
        </p:nvCxnSpPr>
        <p:spPr>
          <a:xfrm>
            <a:off x="10144032" y="1606051"/>
            <a:ext cx="16688" cy="0"/>
          </a:xfrm>
          <a:prstGeom prst="straightConnector1">
            <a:avLst/>
          </a:prstGeom>
          <a:ln w="42672">
            <a:solidFill>
              <a:srgbClr val="8DCFC2"/>
            </a:solidFill>
            <a:prstDash val="solid"/>
            <a:tailEnd type="none"/>
          </a:ln>
        </p:spPr>
      </p:cxnSp>
      <p:cxnSp>
        <p:nvCxnSpPr>
          <p:cNvPr id="100120" name="Trajectory65"/>
          <p:cNvCxnSpPr/>
          <p:nvPr/>
        </p:nvCxnSpPr>
        <p:spPr>
          <a:xfrm>
            <a:off x="10160720" y="1421580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21" name="Trajectory66"/>
          <p:cNvCxnSpPr/>
          <p:nvPr/>
        </p:nvCxnSpPr>
        <p:spPr>
          <a:xfrm>
            <a:off x="10160720" y="1421580"/>
            <a:ext cx="12975" cy="0"/>
          </a:xfrm>
          <a:prstGeom prst="straightConnector1">
            <a:avLst/>
          </a:prstGeom>
          <a:ln w="42672">
            <a:solidFill>
              <a:srgbClr val="E4D39D"/>
            </a:solidFill>
            <a:prstDash val="solid"/>
            <a:tailEnd type="none"/>
          </a:ln>
        </p:spPr>
      </p:cxnSp>
      <p:cxnSp>
        <p:nvCxnSpPr>
          <p:cNvPr id="100122" name="Trajectory67"/>
          <p:cNvCxnSpPr/>
          <p:nvPr/>
        </p:nvCxnSpPr>
        <p:spPr>
          <a:xfrm>
            <a:off x="10173695" y="1237118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23" name="Trajectory68"/>
          <p:cNvCxnSpPr/>
          <p:nvPr/>
        </p:nvCxnSpPr>
        <p:spPr>
          <a:xfrm>
            <a:off x="10173695" y="1237118"/>
            <a:ext cx="82488" cy="0"/>
          </a:xfrm>
          <a:prstGeom prst="straightConnector1">
            <a:avLst/>
          </a:prstGeom>
          <a:ln w="42672">
            <a:solidFill>
              <a:srgbClr val="E8AD76"/>
            </a:solidFill>
            <a:prstDash val="solid"/>
            <a:tailEnd type="none"/>
          </a:ln>
        </p:spPr>
      </p:cxnSp>
      <p:cxnSp>
        <p:nvCxnSpPr>
          <p:cNvPr id="100124" name="Trajectory69"/>
          <p:cNvCxnSpPr/>
          <p:nvPr/>
        </p:nvCxnSpPr>
        <p:spPr>
          <a:xfrm>
            <a:off x="10256183" y="1052656"/>
            <a:ext cx="0" cy="184462"/>
          </a:xfrm>
          <a:prstGeom prst="straightConnector1">
            <a:avLst/>
          </a:prstGeom>
          <a:ln w="16002">
            <a:solidFill>
              <a:srgbClr val="315BCE"/>
            </a:solidFill>
            <a:prstDash val="solid"/>
            <a:tailEnd type="none"/>
          </a:ln>
        </p:spPr>
      </p:cxnSp>
      <p:cxnSp>
        <p:nvCxnSpPr>
          <p:cNvPr id="100125" name="Trajectory70"/>
          <p:cNvCxnSpPr/>
          <p:nvPr/>
        </p:nvCxnSpPr>
        <p:spPr>
          <a:xfrm>
            <a:off x="10256183" y="1052656"/>
            <a:ext cx="21315" cy="0"/>
          </a:xfrm>
          <a:prstGeom prst="straightConnector1">
            <a:avLst/>
          </a:prstGeom>
          <a:ln w="42672">
            <a:solidFill>
              <a:srgbClr val="C38A20"/>
            </a:solidFill>
            <a:prstDash val="solid"/>
            <a:tailEnd type="none"/>
          </a:ln>
        </p:spPr>
      </p:cxnSp>
      <p:cxnSp>
        <p:nvCxnSpPr>
          <p:cNvPr id="100126" name="Trajectory71"/>
          <p:cNvCxnSpPr/>
          <p:nvPr/>
        </p:nvCxnSpPr>
        <p:spPr>
          <a:xfrm>
            <a:off x="10277498" y="1052656"/>
            <a:ext cx="11119" cy="0"/>
          </a:xfrm>
          <a:prstGeom prst="straightConnector1">
            <a:avLst/>
          </a:prstGeom>
          <a:ln w="42672">
            <a:solidFill>
              <a:srgbClr val="C38A20"/>
            </a:solidFill>
            <a:prstDash val="solid"/>
            <a:tailEnd type="none"/>
          </a:ln>
        </p:spPr>
      </p:cxnSp>
      <p:sp>
        <p:nvSpPr>
          <p:cNvPr id="100127" name="RollbackPoint0"/>
          <p:cNvSpPr/>
          <p:nvPr/>
        </p:nvSpPr>
        <p:spPr>
          <a:xfrm>
            <a:off x="7159951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28" name="RollbackPoint1"/>
          <p:cNvSpPr/>
          <p:nvPr/>
        </p:nvSpPr>
        <p:spPr>
          <a:xfrm>
            <a:off x="7243372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29" name="RollbackPoint2"/>
          <p:cNvSpPr/>
          <p:nvPr/>
        </p:nvSpPr>
        <p:spPr>
          <a:xfrm>
            <a:off x="7279518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0" name="RollbackPoint3"/>
          <p:cNvSpPr/>
          <p:nvPr/>
        </p:nvSpPr>
        <p:spPr>
          <a:xfrm>
            <a:off x="7312885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1" name="RollbackPoint4"/>
          <p:cNvSpPr/>
          <p:nvPr/>
        </p:nvSpPr>
        <p:spPr>
          <a:xfrm>
            <a:off x="7357370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2" name="RollbackPoint5"/>
          <p:cNvSpPr/>
          <p:nvPr/>
        </p:nvSpPr>
        <p:spPr>
          <a:xfrm>
            <a:off x="7392593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3" name="RollbackPoint6"/>
          <p:cNvSpPr/>
          <p:nvPr/>
        </p:nvSpPr>
        <p:spPr>
          <a:xfrm>
            <a:off x="7429672" y="2127442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4" name="RollbackPoint7"/>
          <p:cNvSpPr/>
          <p:nvPr/>
        </p:nvSpPr>
        <p:spPr>
          <a:xfrm>
            <a:off x="9818213" y="1942971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5" name="RollbackPoint8"/>
          <p:cNvSpPr/>
          <p:nvPr/>
        </p:nvSpPr>
        <p:spPr>
          <a:xfrm>
            <a:off x="10019344" y="1942971"/>
            <a:ext cx="64008" cy="64008"/>
          </a:xfrm>
          <a:prstGeom prst="ellipse">
            <a:avLst/>
          </a:prstGeom>
          <a:solidFill>
            <a:srgbClr val="B43F55"/>
          </a:solidFill>
          <a:ln w="7620">
            <a:solidFill>
              <a:srgbClr val="FFFFFF"/>
            </a:solidFill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6" name="CompletionPoint"/>
          <p:cNvSpPr/>
          <p:nvPr/>
        </p:nvSpPr>
        <p:spPr>
          <a:xfrm>
            <a:off x="10242906" y="1006936"/>
            <a:ext cx="91440" cy="91440"/>
          </a:xfrm>
          <a:prstGeom prst="ellipse">
            <a:avLst/>
          </a:prstGeom>
          <a:solidFill>
            <a:srgbClr val="C38A20"/>
          </a:solidFill>
          <a:ln w="10160">
            <a:solidFill>
              <a:srgbClr val="FFFFFF"/>
            </a:solidFill>
          </a:ln>
        </p:spPr>
        <p:txBody>
          <a:bodyPr lIns="18288" tIns="18288" rIns="18288" bIns="18288" anchor="ctr">
            <a:normAutofit fontScale="325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7" name="EpisodesTitle"/>
          <p:cNvSpPr/>
          <p:nvPr/>
        </p:nvSpPr>
        <p:spPr>
          <a:xfrm>
            <a:off x="192024" y="2885439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(b) Scientific episodes</a:t>
            </a:r>
          </a:p>
        </p:txBody>
      </p:sp>
      <p:sp>
        <p:nvSpPr>
          <p:cNvPr id="100138" name="Episode0"/>
          <p:cNvSpPr/>
          <p:nvPr/>
        </p:nvSpPr>
        <p:spPr>
          <a:xfrm>
            <a:off x="192024" y="3190939"/>
            <a:ext cx="2718164" cy="1426464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39" name="EpisodeAccent0"/>
          <p:cNvSpPr/>
          <p:nvPr/>
        </p:nvSpPr>
        <p:spPr>
          <a:xfrm>
            <a:off x="192024" y="3190939"/>
            <a:ext cx="2718164" cy="41148"/>
          </a:xfrm>
          <a:prstGeom prst="rect">
            <a:avLst/>
          </a:prstGeom>
          <a:solidFill>
            <a:srgbClr val="B43F55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40" name="EpisodeTag0"/>
          <p:cNvSpPr/>
          <p:nvPr/>
        </p:nvSpPr>
        <p:spPr>
          <a:xfrm>
            <a:off x="265176" y="3282379"/>
            <a:ext cx="2571860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PRUNE</a:t>
            </a:r>
          </a:p>
        </p:txBody>
      </p:sp>
      <p:pic>
        <p:nvPicPr>
          <p:cNvPr id="100141" name="EpisodeBadge0_0" descr="PRUNE role ba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94" y="3295547"/>
            <a:ext cx="164592" cy="210312"/>
          </a:xfrm>
          <a:prstGeom prst="rect">
            <a:avLst/>
          </a:prstGeom>
        </p:spPr>
      </p:pic>
      <p:pic>
        <p:nvPicPr>
          <p:cNvPr id="100142" name="EpisodeBadge0_1" descr="PRUNE rol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574" y="3295547"/>
            <a:ext cx="164592" cy="210312"/>
          </a:xfrm>
          <a:prstGeom prst="rect">
            <a:avLst/>
          </a:prstGeom>
        </p:spPr>
      </p:pic>
      <p:pic>
        <p:nvPicPr>
          <p:cNvPr id="100143" name="EpisodeBadge0_2" descr="PRUNE role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454" y="3295547"/>
            <a:ext cx="164592" cy="210312"/>
          </a:xfrm>
          <a:prstGeom prst="rect">
            <a:avLst/>
          </a:prstGeom>
        </p:spPr>
      </p:pic>
      <p:sp>
        <p:nvSpPr>
          <p:cNvPr id="100144" name="EpisodeTitle0"/>
          <p:cNvSpPr/>
          <p:nvPr/>
        </p:nvSpPr>
        <p:spPr>
          <a:xfrm>
            <a:off x="265176" y="3538411"/>
            <a:ext cx="257186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7 no-go gates</a:t>
            </a:r>
          </a:p>
        </p:txBody>
      </p:sp>
      <p:sp>
        <p:nvSpPr>
          <p:cNvPr id="100145" name="EpisodeOutcome0"/>
          <p:cNvSpPr/>
          <p:nvPr/>
        </p:nvSpPr>
        <p:spPr>
          <a:xfrm>
            <a:off x="265176" y="3940747"/>
            <a:ext cx="2571860" cy="420624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C00000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46" name="EpisodeOutcomeText0"/>
          <p:cNvSpPr/>
          <p:nvPr/>
        </p:nvSpPr>
        <p:spPr>
          <a:xfrm>
            <a:off x="283464" y="3968179"/>
            <a:ext cx="2535284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reject weak routes</a:t>
            </a:r>
          </a:p>
        </p:txBody>
      </p:sp>
      <p:sp>
        <p:nvSpPr>
          <p:cNvPr id="100148" name="Episode1"/>
          <p:cNvSpPr/>
          <p:nvPr/>
        </p:nvSpPr>
        <p:spPr>
          <a:xfrm>
            <a:off x="2965052" y="3190939"/>
            <a:ext cx="1771842" cy="1426464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49" name="EpisodeAccent1"/>
          <p:cNvSpPr/>
          <p:nvPr/>
        </p:nvSpPr>
        <p:spPr>
          <a:xfrm>
            <a:off x="2965052" y="3190939"/>
            <a:ext cx="1771842" cy="41148"/>
          </a:xfrm>
          <a:prstGeom prst="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50" name="EpisodeTag1"/>
          <p:cNvSpPr/>
          <p:nvPr/>
        </p:nvSpPr>
        <p:spPr>
          <a:xfrm>
            <a:off x="3038204" y="3282379"/>
            <a:ext cx="1625538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PIVOT</a:t>
            </a:r>
          </a:p>
        </p:txBody>
      </p:sp>
      <p:pic>
        <p:nvPicPr>
          <p:cNvPr id="100151" name="EpisodeBadge1_0" descr="PIVOT role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280" y="3295547"/>
            <a:ext cx="164592" cy="210312"/>
          </a:xfrm>
          <a:prstGeom prst="rect">
            <a:avLst/>
          </a:prstGeom>
        </p:spPr>
      </p:pic>
      <p:pic>
        <p:nvPicPr>
          <p:cNvPr id="100152" name="EpisodeBadge1_1" descr="PIVOT rol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60" y="3295547"/>
            <a:ext cx="164592" cy="210312"/>
          </a:xfrm>
          <a:prstGeom prst="rect">
            <a:avLst/>
          </a:prstGeom>
        </p:spPr>
      </p:pic>
      <p:sp>
        <p:nvSpPr>
          <p:cNvPr id="100153" name="EpisodeTitle1"/>
          <p:cNvSpPr/>
          <p:nvPr/>
        </p:nvSpPr>
        <p:spPr>
          <a:xfrm>
            <a:off x="3038204" y="3538411"/>
            <a:ext cx="162553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Method -&gt; audit</a:t>
            </a:r>
          </a:p>
        </p:txBody>
      </p:sp>
      <p:sp>
        <p:nvSpPr>
          <p:cNvPr id="100154" name="EpisodeOutcome1"/>
          <p:cNvSpPr/>
          <p:nvPr/>
        </p:nvSpPr>
        <p:spPr>
          <a:xfrm>
            <a:off x="3038204" y="3940747"/>
            <a:ext cx="1625538" cy="420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55" name="EpisodeOutcomeText1"/>
          <p:cNvSpPr/>
          <p:nvPr/>
        </p:nvSpPr>
        <p:spPr>
          <a:xfrm>
            <a:off x="3056492" y="3968179"/>
            <a:ext cx="1588962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retain evidence</a:t>
            </a:r>
          </a:p>
        </p:txBody>
      </p:sp>
      <p:sp>
        <p:nvSpPr>
          <p:cNvPr id="100157" name="Episode2"/>
          <p:cNvSpPr/>
          <p:nvPr/>
        </p:nvSpPr>
        <p:spPr>
          <a:xfrm>
            <a:off x="4791758" y="3190939"/>
            <a:ext cx="2013454" cy="1426464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58" name="EpisodeAccent2"/>
          <p:cNvSpPr/>
          <p:nvPr/>
        </p:nvSpPr>
        <p:spPr>
          <a:xfrm>
            <a:off x="4791758" y="3190939"/>
            <a:ext cx="2013454" cy="41148"/>
          </a:xfrm>
          <a:prstGeom prst="rect">
            <a:avLst/>
          </a:prstGeom>
          <a:solidFill>
            <a:srgbClr val="C38A20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59" name="EpisodeTag2"/>
          <p:cNvSpPr/>
          <p:nvPr/>
        </p:nvSpPr>
        <p:spPr>
          <a:xfrm>
            <a:off x="4864910" y="3282379"/>
            <a:ext cx="1867150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EXPERIMENT</a:t>
            </a:r>
          </a:p>
        </p:txBody>
      </p:sp>
      <p:pic>
        <p:nvPicPr>
          <p:cNvPr id="100160" name="EpisodeBadge2_0" descr="EXPERIMENT role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598" y="3295547"/>
            <a:ext cx="164592" cy="210312"/>
          </a:xfrm>
          <a:prstGeom prst="rect">
            <a:avLst/>
          </a:prstGeom>
        </p:spPr>
      </p:pic>
      <p:pic>
        <p:nvPicPr>
          <p:cNvPr id="100161" name="EpisodeBadge2_1" descr="EXPERIMENT role ba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78" y="3295547"/>
            <a:ext cx="164592" cy="210312"/>
          </a:xfrm>
          <a:prstGeom prst="rect">
            <a:avLst/>
          </a:prstGeom>
        </p:spPr>
      </p:pic>
      <p:sp>
        <p:nvSpPr>
          <p:cNvPr id="100162" name="EpisodeTitle2"/>
          <p:cNvSpPr/>
          <p:nvPr/>
        </p:nvSpPr>
        <p:spPr>
          <a:xfrm>
            <a:off x="4864910" y="3538411"/>
            <a:ext cx="186715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15 cells</a:t>
            </a:r>
          </a:p>
        </p:txBody>
      </p:sp>
      <p:sp>
        <p:nvSpPr>
          <p:cNvPr id="100163" name="EpisodeOutcome2"/>
          <p:cNvSpPr/>
          <p:nvPr/>
        </p:nvSpPr>
        <p:spPr>
          <a:xfrm>
            <a:off x="4864910" y="3940747"/>
            <a:ext cx="1867150" cy="4206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64" name="EpisodeOutcomeText2"/>
          <p:cNvSpPr/>
          <p:nvPr/>
        </p:nvSpPr>
        <p:spPr>
          <a:xfrm>
            <a:off x="4883198" y="3968179"/>
            <a:ext cx="1830574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4,500 rows</a:t>
            </a:r>
          </a:p>
        </p:txBody>
      </p:sp>
      <p:sp>
        <p:nvSpPr>
          <p:cNvPr id="100166" name="Episode3"/>
          <p:cNvSpPr/>
          <p:nvPr/>
        </p:nvSpPr>
        <p:spPr>
          <a:xfrm>
            <a:off x="6860076" y="3190939"/>
            <a:ext cx="2013454" cy="1426464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67" name="EpisodeAccent3"/>
          <p:cNvSpPr/>
          <p:nvPr/>
        </p:nvSpPr>
        <p:spPr>
          <a:xfrm>
            <a:off x="6860076" y="3190939"/>
            <a:ext cx="2013454" cy="41148"/>
          </a:xfrm>
          <a:prstGeom prst="rect">
            <a:avLst/>
          </a:prstGeom>
          <a:solidFill>
            <a:srgbClr val="287D70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68" name="EpisodeTag3"/>
          <p:cNvSpPr/>
          <p:nvPr/>
        </p:nvSpPr>
        <p:spPr>
          <a:xfrm>
            <a:off x="6933228" y="3282379"/>
            <a:ext cx="1867150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WRITE</a:t>
            </a:r>
          </a:p>
        </p:txBody>
      </p:sp>
      <p:pic>
        <p:nvPicPr>
          <p:cNvPr id="100169" name="EpisodeBadge3_0" descr="WRITE role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036" y="3295547"/>
            <a:ext cx="164592" cy="210312"/>
          </a:xfrm>
          <a:prstGeom prst="rect">
            <a:avLst/>
          </a:prstGeom>
        </p:spPr>
      </p:pic>
      <p:pic>
        <p:nvPicPr>
          <p:cNvPr id="100170" name="EpisodeBadge3_1" descr="WRITE role ba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916" y="3295547"/>
            <a:ext cx="164592" cy="210312"/>
          </a:xfrm>
          <a:prstGeom prst="rect">
            <a:avLst/>
          </a:prstGeom>
        </p:spPr>
      </p:pic>
      <p:pic>
        <p:nvPicPr>
          <p:cNvPr id="100171" name="EpisodeBadge3_2" descr="WRITE rol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796" y="3295547"/>
            <a:ext cx="164592" cy="210312"/>
          </a:xfrm>
          <a:prstGeom prst="rect">
            <a:avLst/>
          </a:prstGeom>
        </p:spPr>
      </p:pic>
      <p:sp>
        <p:nvSpPr>
          <p:cNvPr id="100172" name="EpisodeTitle3"/>
          <p:cNvSpPr/>
          <p:nvPr/>
        </p:nvSpPr>
        <p:spPr>
          <a:xfrm>
            <a:off x="6933228" y="3538411"/>
            <a:ext cx="186715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Analyze -&gt; review</a:t>
            </a:r>
          </a:p>
        </p:txBody>
      </p:sp>
      <p:sp>
        <p:nvSpPr>
          <p:cNvPr id="100173" name="EpisodeOutcome3"/>
          <p:cNvSpPr/>
          <p:nvPr/>
        </p:nvSpPr>
        <p:spPr>
          <a:xfrm>
            <a:off x="6933228" y="3940747"/>
            <a:ext cx="1867150" cy="4206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74" name="EpisodeOutcomeText3"/>
          <p:cNvSpPr/>
          <p:nvPr/>
        </p:nvSpPr>
        <p:spPr>
          <a:xfrm>
            <a:off x="6951516" y="3968179"/>
            <a:ext cx="1830574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 pages</a:t>
            </a:r>
          </a:p>
        </p:txBody>
      </p:sp>
      <p:sp>
        <p:nvSpPr>
          <p:cNvPr id="100176" name="Episode4"/>
          <p:cNvSpPr/>
          <p:nvPr/>
        </p:nvSpPr>
        <p:spPr>
          <a:xfrm>
            <a:off x="8928394" y="3190939"/>
            <a:ext cx="1852382" cy="1426464"/>
          </a:xfrm>
          <a:prstGeom prst="roundRect">
            <a:avLst>
              <a:gd name="adj" fmla="val 0"/>
            </a:avLst>
          </a:prstGeom>
          <a:solidFill>
            <a:srgbClr val="FFFDF8">
              <a:alpha val="25000"/>
            </a:srgb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77" name="EpisodeAccent4"/>
          <p:cNvSpPr/>
          <p:nvPr/>
        </p:nvSpPr>
        <p:spPr>
          <a:xfrm>
            <a:off x="8928394" y="3190939"/>
            <a:ext cx="1852382" cy="41148"/>
          </a:xfrm>
          <a:prstGeom prst="rect">
            <a:avLst/>
          </a:prstGeom>
          <a:solidFill>
            <a:srgbClr val="B43F55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78" name="EpisodeTag4"/>
          <p:cNvSpPr/>
          <p:nvPr/>
        </p:nvSpPr>
        <p:spPr>
          <a:xfrm>
            <a:off x="9001546" y="3282379"/>
            <a:ext cx="1706078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200" b="1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REPAIR</a:t>
            </a:r>
          </a:p>
        </p:txBody>
      </p:sp>
      <p:pic>
        <p:nvPicPr>
          <p:cNvPr id="100179" name="EpisodeBadge4_0" descr="REPAIR role ba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282" y="3295547"/>
            <a:ext cx="164592" cy="210312"/>
          </a:xfrm>
          <a:prstGeom prst="rect">
            <a:avLst/>
          </a:prstGeom>
        </p:spPr>
      </p:pic>
      <p:pic>
        <p:nvPicPr>
          <p:cNvPr id="100180" name="EpisodeBadge4_1" descr="REPAIR rol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162" y="3295547"/>
            <a:ext cx="164592" cy="210312"/>
          </a:xfrm>
          <a:prstGeom prst="rect">
            <a:avLst/>
          </a:prstGeom>
        </p:spPr>
      </p:pic>
      <p:pic>
        <p:nvPicPr>
          <p:cNvPr id="100181" name="EpisodeBadge4_2" descr="REPAIR role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042" y="3295547"/>
            <a:ext cx="164592" cy="210312"/>
          </a:xfrm>
          <a:prstGeom prst="rect">
            <a:avLst/>
          </a:prstGeom>
        </p:spPr>
      </p:pic>
      <p:sp>
        <p:nvSpPr>
          <p:cNvPr id="100182" name="EpisodeTitle4"/>
          <p:cNvSpPr/>
          <p:nvPr/>
        </p:nvSpPr>
        <p:spPr>
          <a:xfrm>
            <a:off x="9001546" y="3538411"/>
            <a:ext cx="170607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 late rollbacks</a:t>
            </a:r>
          </a:p>
        </p:txBody>
      </p:sp>
      <p:sp>
        <p:nvSpPr>
          <p:cNvPr id="100183" name="EpisodeOutcome4"/>
          <p:cNvSpPr/>
          <p:nvPr/>
        </p:nvSpPr>
        <p:spPr>
          <a:xfrm>
            <a:off x="9001546" y="3940747"/>
            <a:ext cx="1706078" cy="420624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B43F55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184" name="EpisodeOutcomeText4"/>
          <p:cNvSpPr/>
          <p:nvPr/>
        </p:nvSpPr>
        <p:spPr>
          <a:xfrm>
            <a:off x="9019834" y="3968179"/>
            <a:ext cx="1669502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rebind evidence</a:t>
            </a:r>
          </a:p>
        </p:txBody>
      </p:sp>
      <p:sp>
        <p:nvSpPr>
          <p:cNvPr id="100026" name="BandLabel1"/>
          <p:cNvSpPr/>
          <p:nvPr/>
        </p:nvSpPr>
        <p:spPr>
          <a:xfrm>
            <a:off x="7861150" y="1074355"/>
            <a:ext cx="423578" cy="1097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66717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pivot</a:t>
            </a:r>
          </a:p>
        </p:txBody>
      </p:sp>
      <p:sp>
        <p:nvSpPr>
          <p:cNvPr id="100028" name="BandLabel2"/>
          <p:cNvSpPr/>
          <p:nvPr/>
        </p:nvSpPr>
        <p:spPr>
          <a:xfrm>
            <a:off x="9806795" y="890852"/>
            <a:ext cx="566958" cy="1097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100" b="1" i="1" dirty="0">
                <a:solidFill>
                  <a:srgbClr val="66717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repair x2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</Words>
  <Application>Microsoft Office PowerPoint</Application>
  <PresentationFormat>自定义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7 - Paper Production Trajectory</dc:title>
  <dc:subject>Component-editable paper figure source</dc:subject>
  <dc:creator>Argus Team</dc:creator>
  <cp:lastModifiedBy>Iris Young</cp:lastModifiedBy>
  <cp:revision>2</cp:revision>
  <dcterms:created xsi:type="dcterms:W3CDTF">2026-07-20T06:05:45Z</dcterms:created>
  <dcterms:modified xsi:type="dcterms:W3CDTF">2026-07-20T07:48:17Z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1.0.139</vt:lpwstr>
  </property>
  <property fmtid="{D5CDD505-2E9C-101B-9397-08002B2CF9AE}" pid="3" name="OfficeCLI.LastModified">
    <vt:lpwstr>2026-07-20T06:07:46Z</vt:lpwstr>
  </property>
</Properties>
</file>