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0972800" cy="24225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610" autoAdjust="0"/>
    <p:restoredTop sz="94660"/>
  </p:normalViewPr>
  <p:slideViewPr>
    <p:cSldViewPr snapToGrid="0" snapToObjects="1">
      <p:cViewPr varScale="1">
        <p:scale>
          <a:sx n="116" d="100"/>
          <a:sy n="116" d="100"/>
        </p:scale>
        <p:origin x="80" y="14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336365" y="260604"/>
            <a:ext cx="3063240" cy="196596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engin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805" y="278892"/>
            <a:ext cx="530352" cy="5303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2669" y="425684"/>
            <a:ext cx="1035605" cy="26468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9244" y="1120140"/>
            <a:ext cx="2734056" cy="274320"/>
          </a:xfrm>
          <a:prstGeom prst="roundRect">
            <a:avLst/>
          </a:prstGeom>
          <a:solidFill>
            <a:srgbClr val="FFFDF8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19244" y="1120140"/>
            <a:ext cx="1742913" cy="274320"/>
          </a:xfrm>
          <a:prstGeom prst="roundRect">
            <a:avLst/>
          </a:prstGeom>
          <a:solidFill>
            <a:srgbClr val="315BCE"/>
          </a:solidFill>
          <a:ln w="10160">
            <a:solidFill>
              <a:srgbClr val="315B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262157" y="1120140"/>
            <a:ext cx="991142" cy="274320"/>
          </a:xfrm>
          <a:prstGeom prst="roundRect">
            <a:avLst/>
          </a:prstGeom>
          <a:solidFill>
            <a:srgbClr val="7A838E"/>
          </a:solidFill>
          <a:ln w="10160">
            <a:solidFill>
              <a:srgbClr val="7A838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4108" y="1171123"/>
            <a:ext cx="689356" cy="172355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000" b="1" dirty="0">
                <a:solidFill>
                  <a:srgbClr val="FFF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466 · 63.7%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94762" y="1171122"/>
            <a:ext cx="689356" cy="172355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000" b="1">
                <a:solidFill>
                  <a:srgbClr val="FFFDF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265 · 36.3%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244" y="1475774"/>
            <a:ext cx="620426" cy="203133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200" b="1" i="1" dirty="0">
                <a:solidFill>
                  <a:srgbClr val="315BC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17734" y="1475774"/>
            <a:ext cx="771558" cy="203133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r"/>
            <a:r>
              <a:rPr sz="1200" b="1" i="1">
                <a:solidFill>
                  <a:srgbClr val="7A838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Self-review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0384" y="1886992"/>
            <a:ext cx="1675203" cy="203133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2.75× tokens · 1.80× 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00773" y="260604"/>
            <a:ext cx="7068312" cy="1965960"/>
          </a:xfrm>
          <a:prstGeom prst="roundRect">
            <a:avLst>
              <a:gd name="adj" fmla="val 0"/>
            </a:avLst>
          </a:prstGeom>
          <a:solidFill>
            <a:srgbClr val="FFFDF8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 descr="review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8693" y="278892"/>
            <a:ext cx="530352" cy="53035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747077" y="425684"/>
            <a:ext cx="1905522" cy="264688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l"/>
            <a:r>
              <a:rPr sz="1600" b="1">
                <a:latin typeface="Times New Roman" panose="02020603050405020304" pitchFamily="18" charset="0"/>
                <a:cs typeface="Times New Roman" panose="02020603050405020304" pitchFamily="18" charset="0"/>
              </a:rPr>
              <a:t>(b) Revision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65364" y="973201"/>
            <a:ext cx="1188720" cy="932688"/>
          </a:xfrm>
          <a:prstGeom prst="roundRect">
            <a:avLst/>
          </a:prstGeom>
          <a:solidFill>
            <a:srgbClr val="ECF1FD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37858" y="1148019"/>
            <a:ext cx="383182" cy="29546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800" b="1" dirty="0">
                <a:solidFill>
                  <a:srgbClr val="173B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76143" y="1479714"/>
            <a:ext cx="506614" cy="18774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00" b="1" i="1" dirty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Invoked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4990661" y="1119505"/>
            <a:ext cx="457200" cy="310896"/>
          </a:xfrm>
          <a:prstGeom prst="line">
            <a:avLst/>
          </a:prstGeom>
          <a:ln w="22860">
            <a:solidFill>
              <a:srgbClr val="D9E0E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90661" y="1430401"/>
            <a:ext cx="457200" cy="420624"/>
          </a:xfrm>
          <a:prstGeom prst="line">
            <a:avLst/>
          </a:prstGeom>
          <a:ln w="22860">
            <a:solidFill>
              <a:srgbClr val="C38A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484437" y="790321"/>
            <a:ext cx="1207008" cy="603504"/>
          </a:xfrm>
          <a:prstGeom prst="roundRect">
            <a:avLst/>
          </a:prstGeom>
          <a:solidFill>
            <a:srgbClr val="ECF1FD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896350" y="857563"/>
            <a:ext cx="383182" cy="29546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800" b="1">
                <a:solidFill>
                  <a:srgbClr val="173B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3376" y="1167162"/>
            <a:ext cx="569130" cy="18774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00" b="1" i="1" dirty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4437" y="1558417"/>
            <a:ext cx="1207008" cy="603504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954058" y="1625659"/>
            <a:ext cx="267766" cy="29546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800" b="1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77916" y="1930890"/>
            <a:ext cx="420051" cy="18774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00" b="1" i="1" dirty="0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728021" y="1860169"/>
            <a:ext cx="457200" cy="0"/>
          </a:xfrm>
          <a:prstGeom prst="line">
            <a:avLst/>
          </a:prstGeom>
          <a:ln w="22860">
            <a:solidFill>
              <a:srgbClr val="C38A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221797" y="1558417"/>
            <a:ext cx="1298448" cy="603504"/>
          </a:xfrm>
          <a:prstGeom prst="roundRect">
            <a:avLst/>
          </a:prstGeom>
          <a:solidFill>
            <a:srgbClr val="ECF1FD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737138" y="1625659"/>
            <a:ext cx="267766" cy="29546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800" b="1">
                <a:solidFill>
                  <a:srgbClr val="173B7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3863" y="1930890"/>
            <a:ext cx="774316" cy="18774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00" b="1" i="1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Verifier pass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56821" y="1860169"/>
            <a:ext cx="420624" cy="0"/>
          </a:xfrm>
          <a:prstGeom prst="line">
            <a:avLst/>
          </a:prstGeom>
          <a:ln w="22860">
            <a:solidFill>
              <a:srgbClr val="C38A2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014021" y="1558417"/>
            <a:ext cx="1335024" cy="603504"/>
          </a:xfrm>
          <a:prstGeom prst="roundRect">
            <a:avLst/>
          </a:prstGeom>
          <a:solidFill>
            <a:srgbClr val="FCF6E5"/>
          </a:solidFill>
          <a:ln w="10160">
            <a:solidFill>
              <a:srgbClr val="D9E0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547650" y="1625659"/>
            <a:ext cx="267766" cy="295466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800" b="1">
                <a:solidFill>
                  <a:srgbClr val="C38A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02390" y="1930890"/>
            <a:ext cx="758286" cy="187744"/>
          </a:xfrm>
          <a:prstGeom prst="rect">
            <a:avLst/>
          </a:prstGeom>
          <a:noFill/>
        </p:spPr>
        <p:txBody>
          <a:bodyPr wrap="none" lIns="18288" tIns="9144" rIns="18288" bIns="9144" anchor="ctr">
            <a:spAutoFit/>
          </a:bodyPr>
          <a:lstStyle/>
          <a:p>
            <a:pPr algn="ctr"/>
            <a:r>
              <a:rPr sz="1100" b="1" i="1">
                <a:solidFill>
                  <a:srgbClr val="66717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rescue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</Words>
  <Application>Microsoft Office PowerPoint</Application>
  <PresentationFormat>自定义</PresentationFormat>
  <Paragraphs>17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Iris Young</cp:lastModifiedBy>
  <cp:revision>2</cp:revision>
  <dcterms:created xsi:type="dcterms:W3CDTF">2013-01-27T09:14:16Z</dcterms:created>
  <dcterms:modified xsi:type="dcterms:W3CDTF">2026-07-19T16:34:11Z</dcterms:modified>
  <cp:category/>
</cp:coreProperties>
</file>