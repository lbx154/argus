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972800" cy="49371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5B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127" autoAdjust="0"/>
    <p:restoredTop sz="94660"/>
  </p:normalViewPr>
  <p:slideViewPr>
    <p:cSldViewPr snapToGrid="0" snapToObjects="1">
      <p:cViewPr varScale="1">
        <p:scale>
          <a:sx n="134" d="100"/>
          <a:sy n="134" d="100"/>
        </p:scale>
        <p:origin x="112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61DBA-F35B-4951-861E-6983AE291B16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0" y="1143000"/>
            <a:ext cx="6858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0C8DE-3736-45A8-972C-629D5CEA50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453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0C8DE-3736-45A8-972C-629D5CEA50B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71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29184" y="184730"/>
            <a:ext cx="2926080" cy="4554347"/>
          </a:xfrm>
          <a:prstGeom prst="roundRect">
            <a:avLst>
              <a:gd name="adj" fmla="val 1765"/>
            </a:avLst>
          </a:prstGeom>
          <a:solidFill>
            <a:srgbClr val="FFFDF8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6721" y="213912"/>
            <a:ext cx="2158348" cy="3139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Outcome +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84" y="581002"/>
            <a:ext cx="1391471" cy="2215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· 731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8367" y="865650"/>
            <a:ext cx="852862" cy="2062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1" i="1" dirty="0">
                <a:solidFill>
                  <a:srgbClr val="2446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Copilot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588367" y="1087627"/>
            <a:ext cx="2331720" cy="256032"/>
          </a:xfrm>
          <a:prstGeom prst="rect">
            <a:avLst/>
          </a:prstGeom>
          <a:solidFill>
            <a:srgbClr val="FFFDF8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8367" y="1087627"/>
            <a:ext cx="1375714" cy="256032"/>
          </a:xfrm>
          <a:prstGeom prst="rect">
            <a:avLst/>
          </a:prstGeom>
          <a:solidFill>
            <a:srgbClr val="7A838E"/>
          </a:solidFill>
          <a:ln w="10160">
            <a:solidFill>
              <a:srgbClr val="7A8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45271" y="1111088"/>
            <a:ext cx="363946" cy="19082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1000" b="1">
                <a:solidFill>
                  <a:srgbClr val="FFF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≈59%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223" y="1375544"/>
            <a:ext cx="389594" cy="2062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1" i="1" dirty="0">
                <a:solidFill>
                  <a:srgbClr val="315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8367" y="1581404"/>
            <a:ext cx="2331720" cy="256032"/>
          </a:xfrm>
          <a:prstGeom prst="rect">
            <a:avLst/>
          </a:prstGeom>
          <a:solidFill>
            <a:srgbClr val="FFFDF8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88367" y="1581404"/>
            <a:ext cx="1818741" cy="256032"/>
          </a:xfrm>
          <a:prstGeom prst="rect">
            <a:avLst/>
          </a:prstGeom>
          <a:solidFill>
            <a:srgbClr val="315BCE"/>
          </a:solidFill>
          <a:ln w="10160">
            <a:solidFill>
              <a:srgbClr val="315B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88298" y="1604865"/>
            <a:ext cx="363946" cy="19082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1000" b="1">
                <a:solidFill>
                  <a:srgbClr val="FFF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≈78%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9223" y="1974595"/>
            <a:ext cx="1133856" cy="292608"/>
          </a:xfrm>
          <a:prstGeom prst="roundRect">
            <a:avLst/>
          </a:prstGeom>
          <a:solidFill>
            <a:srgbClr val="E8EEFC"/>
          </a:solidFill>
          <a:ln w="10160">
            <a:solidFill>
              <a:srgbClr val="A6B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4792" y="1980993"/>
            <a:ext cx="562718" cy="252377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315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+19 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31951" y="1974595"/>
            <a:ext cx="1133856" cy="292608"/>
          </a:xfrm>
          <a:prstGeom prst="roundRect">
            <a:avLst/>
          </a:prstGeom>
          <a:solidFill>
            <a:srgbClr val="FCF6E5"/>
          </a:solidFill>
          <a:ln w="10160">
            <a:solidFill>
              <a:srgbClr val="C38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51609" y="1992535"/>
            <a:ext cx="894539" cy="22929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C38A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1.41× tokens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7957" y="2429555"/>
            <a:ext cx="2596896" cy="0"/>
          </a:xfrm>
          <a:prstGeom prst="line">
            <a:avLst/>
          </a:prstGeom>
          <a:ln w="12700">
            <a:solidFill>
              <a:srgbClr val="D8E0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2084" y="2478211"/>
            <a:ext cx="1174360" cy="2215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Reviewer routing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8367" y="2767101"/>
            <a:ext cx="1486431" cy="256032"/>
          </a:xfrm>
          <a:prstGeom prst="rect">
            <a:avLst/>
          </a:prstGeom>
          <a:solidFill>
            <a:srgbClr val="315BCE"/>
          </a:solidFill>
          <a:ln w="10160">
            <a:solidFill>
              <a:srgbClr val="315B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074798" y="2767101"/>
            <a:ext cx="845288" cy="256032"/>
          </a:xfrm>
          <a:prstGeom prst="rect">
            <a:avLst/>
          </a:prstGeom>
          <a:solidFill>
            <a:srgbClr val="7A838E"/>
          </a:solidFill>
          <a:ln w="10160">
            <a:solidFill>
              <a:srgbClr val="7A8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4087" y="2811248"/>
            <a:ext cx="662104" cy="16773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50" b="1" dirty="0">
                <a:solidFill>
                  <a:srgbClr val="FFF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466 Reviewer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93173" y="2813620"/>
            <a:ext cx="371961" cy="16299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FFF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265 self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940" y="3053901"/>
            <a:ext cx="2436629" cy="19851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05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routed workload · 2.75× tokens · 1.80×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84" y="3368594"/>
            <a:ext cx="1170257" cy="2215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outcomes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8367" y="3666061"/>
            <a:ext cx="658368" cy="438912"/>
          </a:xfrm>
          <a:prstGeom prst="roundRect">
            <a:avLst/>
          </a:prstGeom>
          <a:solidFill>
            <a:srgbClr val="E8EEFC"/>
          </a:solidFill>
          <a:ln w="10160">
            <a:solidFill>
              <a:srgbClr val="17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3668" y="3692422"/>
            <a:ext cx="267766" cy="2215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173B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031" y="3872403"/>
            <a:ext cx="521040" cy="19082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000" b="1" i="1" dirty="0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first-pass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11327" y="3666061"/>
            <a:ext cx="658368" cy="438912"/>
          </a:xfrm>
          <a:prstGeom prst="roundRect">
            <a:avLst/>
          </a:prstGeom>
          <a:solidFill>
            <a:srgbClr val="FCF6E5"/>
          </a:solidFill>
          <a:ln w="10160">
            <a:solidFill>
              <a:srgbClr val="C38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45100" y="3692422"/>
            <a:ext cx="190821" cy="2215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C38A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68156" y="3872403"/>
            <a:ext cx="344710" cy="19082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000" b="1" i="1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34287" y="3666061"/>
            <a:ext cx="658368" cy="43891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7A8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468060" y="3692422"/>
            <a:ext cx="190821" cy="2215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A83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41423" y="3872403"/>
            <a:ext cx="444096" cy="19082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000" b="1" i="1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blocked</a:t>
            </a:r>
          </a:p>
        </p:txBody>
      </p:sp>
      <p:cxnSp>
        <p:nvCxnSpPr>
          <p:cNvPr id="37" name="Connector 36"/>
          <p:cNvCxnSpPr>
            <a:cxnSpLocks/>
            <a:endCxn id="40" idx="0"/>
          </p:cNvCxnSpPr>
          <p:nvPr/>
        </p:nvCxnSpPr>
        <p:spPr>
          <a:xfrm flipH="1">
            <a:off x="1316678" y="4104973"/>
            <a:ext cx="423833" cy="122373"/>
          </a:xfrm>
          <a:prstGeom prst="line">
            <a:avLst/>
          </a:prstGeom>
          <a:ln w="10160">
            <a:solidFill>
              <a:srgbClr val="C38A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cxnSpLocks/>
            <a:endCxn id="42" idx="0"/>
          </p:cNvCxnSpPr>
          <p:nvPr/>
        </p:nvCxnSpPr>
        <p:spPr>
          <a:xfrm>
            <a:off x="1740511" y="4104973"/>
            <a:ext cx="384047" cy="100584"/>
          </a:xfrm>
          <a:prstGeom prst="line">
            <a:avLst/>
          </a:prstGeom>
          <a:ln w="10160">
            <a:solidFill>
              <a:srgbClr val="C38A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05782" y="4205557"/>
            <a:ext cx="621792" cy="438912"/>
          </a:xfrm>
          <a:prstGeom prst="roundRect">
            <a:avLst/>
          </a:prstGeom>
          <a:solidFill>
            <a:srgbClr val="E8EEFC"/>
          </a:solidFill>
          <a:ln w="10160">
            <a:solidFill>
              <a:srgbClr val="315B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221267" y="4227346"/>
            <a:ext cx="190821" cy="2215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315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5050" y="4411899"/>
            <a:ext cx="423257" cy="19082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000" b="1" i="1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13662" y="4205557"/>
            <a:ext cx="621792" cy="438912"/>
          </a:xfrm>
          <a:prstGeom prst="roundRect">
            <a:avLst/>
          </a:prstGeom>
          <a:solidFill>
            <a:srgbClr val="FCF6E5"/>
          </a:solidFill>
          <a:ln w="10160">
            <a:solidFill>
              <a:srgbClr val="C38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029148" y="4227346"/>
            <a:ext cx="190821" cy="2215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C38A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74646" y="4411899"/>
            <a:ext cx="299827" cy="19082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000" b="1" i="1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38144" y="184730"/>
            <a:ext cx="7223760" cy="2176907"/>
          </a:xfrm>
          <a:prstGeom prst="roundRect">
            <a:avLst>
              <a:gd name="adj" fmla="val 1439"/>
            </a:avLst>
          </a:prstGeom>
          <a:solidFill>
            <a:srgbClr val="FFFDF8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716396" y="274617"/>
            <a:ext cx="2191369" cy="3139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Solve tokens / task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48088" y="743149"/>
            <a:ext cx="640080" cy="1197864"/>
          </a:xfrm>
          <a:prstGeom prst="rect">
            <a:avLst/>
          </a:prstGeom>
          <a:solidFill>
            <a:srgbClr val="FCF6E5"/>
          </a:solidFill>
          <a:ln w="10160">
            <a:solidFill>
              <a:srgbClr val="FCF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3950208" y="1941013"/>
            <a:ext cx="6217920" cy="0"/>
          </a:xfrm>
          <a:prstGeom prst="line">
            <a:avLst/>
          </a:prstGeom>
          <a:ln w="10160">
            <a:solidFill>
              <a:srgbClr val="D8E0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773745" y="1864838"/>
            <a:ext cx="85023" cy="15234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750" b="0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950208" y="1655807"/>
            <a:ext cx="6217920" cy="0"/>
          </a:xfrm>
          <a:prstGeom prst="line">
            <a:avLst/>
          </a:prstGeom>
          <a:ln w="10160">
            <a:solidFill>
              <a:srgbClr val="D8E0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773745" y="1579632"/>
            <a:ext cx="85023" cy="15234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750" b="0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950208" y="1370601"/>
            <a:ext cx="6217920" cy="0"/>
          </a:xfrm>
          <a:prstGeom prst="line">
            <a:avLst/>
          </a:prstGeom>
          <a:ln w="10160">
            <a:solidFill>
              <a:srgbClr val="D8E0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773745" y="1294426"/>
            <a:ext cx="85023" cy="15234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750" b="0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950208" y="1085395"/>
            <a:ext cx="6217920" cy="0"/>
          </a:xfrm>
          <a:prstGeom prst="line">
            <a:avLst/>
          </a:prstGeom>
          <a:ln w="10160">
            <a:solidFill>
              <a:srgbClr val="D8E0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773745" y="1009220"/>
            <a:ext cx="85023" cy="15234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750" b="0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950208" y="800190"/>
            <a:ext cx="6217920" cy="0"/>
          </a:xfrm>
          <a:prstGeom prst="line">
            <a:avLst/>
          </a:prstGeom>
          <a:ln w="10160">
            <a:solidFill>
              <a:srgbClr val="D8E0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773745" y="724015"/>
            <a:ext cx="85023" cy="15234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750" b="0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60603" y="889133"/>
            <a:ext cx="312650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00" b="1" dirty="0">
                <a:solidFill>
                  <a:srgbClr val="315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2.95M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67912" y="2017187"/>
            <a:ext cx="307840" cy="1661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40" b="1">
                <a:solidFill>
                  <a:srgbClr val="2446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W1–6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950208" y="1099811"/>
            <a:ext cx="1554480" cy="250229"/>
          </a:xfrm>
          <a:prstGeom prst="line">
            <a:avLst/>
          </a:prstGeom>
          <a:ln w="25400">
            <a:solidFill>
              <a:srgbClr val="A6B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348363" y="1077994"/>
            <a:ext cx="312650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15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2.07M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23516" y="2017187"/>
            <a:ext cx="362343" cy="1661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40" b="1">
                <a:solidFill>
                  <a:srgbClr val="2446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W7–12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504688" y="1350040"/>
            <a:ext cx="1554480" cy="171274"/>
          </a:xfrm>
          <a:prstGeom prst="line">
            <a:avLst/>
          </a:prstGeom>
          <a:ln w="25400">
            <a:solidFill>
              <a:srgbClr val="A6B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902843" y="1249268"/>
            <a:ext cx="312650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15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1.47M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0746" y="2021785"/>
            <a:ext cx="416844" cy="1661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40" b="1" dirty="0">
                <a:solidFill>
                  <a:srgbClr val="2446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W13–18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7059168" y="1277354"/>
            <a:ext cx="1554480" cy="243960"/>
          </a:xfrm>
          <a:prstGeom prst="line">
            <a:avLst/>
          </a:prstGeom>
          <a:ln w="25400">
            <a:solidFill>
              <a:srgbClr val="A6B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457323" y="1005308"/>
            <a:ext cx="312650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15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2.33M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05226" y="2021785"/>
            <a:ext cx="416844" cy="1661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40" b="1">
                <a:solidFill>
                  <a:srgbClr val="2446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W19–22</a:t>
            </a:r>
          </a:p>
        </p:txBody>
      </p:sp>
      <p:cxnSp>
        <p:nvCxnSpPr>
          <p:cNvPr id="73" name="Connector 72"/>
          <p:cNvCxnSpPr/>
          <p:nvPr/>
        </p:nvCxnSpPr>
        <p:spPr>
          <a:xfrm flipV="1">
            <a:off x="8613648" y="880341"/>
            <a:ext cx="1554480" cy="397013"/>
          </a:xfrm>
          <a:prstGeom prst="line">
            <a:avLst/>
          </a:prstGeom>
          <a:ln w="25400">
            <a:solidFill>
              <a:srgbClr val="C38A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0011803" y="608295"/>
            <a:ext cx="312650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C38A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3.72M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59706" y="2021785"/>
            <a:ext cx="416844" cy="1661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40" b="1">
                <a:solidFill>
                  <a:srgbClr val="2446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W23–24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87274" y="326239"/>
            <a:ext cx="2072683" cy="252377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1400" b="1" dirty="0">
                <a:solidFill>
                  <a:srgbClr val="315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Start-up → mature: −21%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438144" y="2494493"/>
            <a:ext cx="7223760" cy="2244584"/>
          </a:xfrm>
          <a:prstGeom prst="roundRect">
            <a:avLst>
              <a:gd name="adj" fmla="val 1013"/>
            </a:avLst>
          </a:prstGeom>
          <a:solidFill>
            <a:srgbClr val="FFFDF8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773745" y="2566691"/>
            <a:ext cx="2050369" cy="3139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Active time / task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848088" y="3120589"/>
            <a:ext cx="640080" cy="1197864"/>
          </a:xfrm>
          <a:prstGeom prst="rect">
            <a:avLst/>
          </a:prstGeom>
          <a:solidFill>
            <a:srgbClr val="FCF6E5"/>
          </a:solidFill>
          <a:ln w="10160">
            <a:solidFill>
              <a:srgbClr val="FCF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3950208" y="4318453"/>
            <a:ext cx="6217920" cy="0"/>
          </a:xfrm>
          <a:prstGeom prst="line">
            <a:avLst/>
          </a:prstGeom>
          <a:ln w="10160">
            <a:solidFill>
              <a:srgbClr val="D8E0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773745" y="4242278"/>
            <a:ext cx="85023" cy="15234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750" b="0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3950208" y="4118809"/>
            <a:ext cx="6217920" cy="0"/>
          </a:xfrm>
          <a:prstGeom prst="line">
            <a:avLst/>
          </a:prstGeom>
          <a:ln w="10160">
            <a:solidFill>
              <a:srgbClr val="D8E0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773745" y="4042634"/>
            <a:ext cx="85023" cy="15234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750" b="0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3950208" y="3919165"/>
            <a:ext cx="6217920" cy="0"/>
          </a:xfrm>
          <a:prstGeom prst="line">
            <a:avLst/>
          </a:prstGeom>
          <a:ln w="10160">
            <a:solidFill>
              <a:srgbClr val="D8E0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3773745" y="3842990"/>
            <a:ext cx="85023" cy="15234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750" b="0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3950208" y="3719521"/>
            <a:ext cx="6217920" cy="0"/>
          </a:xfrm>
          <a:prstGeom prst="line">
            <a:avLst/>
          </a:prstGeom>
          <a:ln w="10160">
            <a:solidFill>
              <a:srgbClr val="D8E0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3773745" y="3643346"/>
            <a:ext cx="85023" cy="15234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750" b="0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3950208" y="3519877"/>
            <a:ext cx="6217920" cy="0"/>
          </a:xfrm>
          <a:prstGeom prst="line">
            <a:avLst/>
          </a:prstGeom>
          <a:ln w="10160">
            <a:solidFill>
              <a:srgbClr val="D8E0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3773745" y="3443702"/>
            <a:ext cx="85023" cy="15234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750" b="0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3950208" y="3320233"/>
            <a:ext cx="6217920" cy="0"/>
          </a:xfrm>
          <a:prstGeom prst="line">
            <a:avLst/>
          </a:prstGeom>
          <a:ln w="10160">
            <a:solidFill>
              <a:srgbClr val="D8E0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3725655" y="3244058"/>
            <a:ext cx="133113" cy="15234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750" b="0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3950208" y="3120589"/>
            <a:ext cx="6217920" cy="0"/>
          </a:xfrm>
          <a:prstGeom prst="line">
            <a:avLst/>
          </a:prstGeom>
          <a:ln w="10160">
            <a:solidFill>
              <a:srgbClr val="D8E0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725655" y="3044414"/>
            <a:ext cx="133113" cy="15234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750" b="0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07444" y="3186734"/>
            <a:ext cx="301428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00" b="1" dirty="0">
                <a:solidFill>
                  <a:srgbClr val="315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8.52m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67912" y="4394627"/>
            <a:ext cx="307840" cy="1661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40" b="1" dirty="0">
                <a:solidFill>
                  <a:srgbClr val="2446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W1–6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950208" y="3467950"/>
            <a:ext cx="1554480" cy="124027"/>
          </a:xfrm>
          <a:prstGeom prst="line">
            <a:avLst/>
          </a:prstGeom>
          <a:ln w="25400">
            <a:solidFill>
              <a:srgbClr val="A6B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5353974" y="3319931"/>
            <a:ext cx="301428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15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7.28m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323516" y="4394627"/>
            <a:ext cx="362343" cy="1661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40" b="1" dirty="0">
                <a:solidFill>
                  <a:srgbClr val="2446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W7–12</a:t>
            </a:r>
          </a:p>
        </p:txBody>
      </p:sp>
      <p:cxnSp>
        <p:nvCxnSpPr>
          <p:cNvPr id="102" name="Connector 101"/>
          <p:cNvCxnSpPr/>
          <p:nvPr/>
        </p:nvCxnSpPr>
        <p:spPr>
          <a:xfrm flipV="1">
            <a:off x="5504688" y="3278198"/>
            <a:ext cx="1554480" cy="313779"/>
          </a:xfrm>
          <a:prstGeom prst="line">
            <a:avLst/>
          </a:prstGeom>
          <a:ln w="25400">
            <a:solidFill>
              <a:srgbClr val="A6B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6882806" y="3006152"/>
            <a:ext cx="352724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15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10.42m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76346" y="4429383"/>
            <a:ext cx="416844" cy="1661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40" b="1" dirty="0">
                <a:solidFill>
                  <a:srgbClr val="2446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W13–18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7059168" y="3278198"/>
            <a:ext cx="1554480" cy="316653"/>
          </a:xfrm>
          <a:prstGeom prst="line">
            <a:avLst/>
          </a:prstGeom>
          <a:ln w="25400">
            <a:solidFill>
              <a:srgbClr val="A6B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8462934" y="3322805"/>
            <a:ext cx="301428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15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7.25m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30826" y="4429383"/>
            <a:ext cx="416844" cy="1661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40" b="1">
                <a:solidFill>
                  <a:srgbClr val="2446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W19–22</a:t>
            </a:r>
          </a:p>
        </p:txBody>
      </p:sp>
      <p:cxnSp>
        <p:nvCxnSpPr>
          <p:cNvPr id="110" name="Connector 109"/>
          <p:cNvCxnSpPr/>
          <p:nvPr/>
        </p:nvCxnSpPr>
        <p:spPr>
          <a:xfrm flipV="1">
            <a:off x="8613648" y="3418616"/>
            <a:ext cx="1554480" cy="176235"/>
          </a:xfrm>
          <a:prstGeom prst="line">
            <a:avLst/>
          </a:prstGeom>
          <a:ln w="25400">
            <a:solidFill>
              <a:srgbClr val="C38A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0017414" y="3146570"/>
            <a:ext cx="301428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C38A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9.01m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85306" y="4429383"/>
            <a:ext cx="416844" cy="16619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40" b="1">
                <a:solidFill>
                  <a:srgbClr val="2446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W23–24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05755" y="2609699"/>
            <a:ext cx="2072683" cy="252377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1400" b="1" dirty="0">
                <a:solidFill>
                  <a:srgbClr val="315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Start-up → mature: −15%</a:t>
            </a:r>
          </a:p>
        </p:txBody>
      </p:sp>
      <p:sp>
        <p:nvSpPr>
          <p:cNvPr id="95" name="Oval 94"/>
          <p:cNvSpPr/>
          <p:nvPr/>
        </p:nvSpPr>
        <p:spPr>
          <a:xfrm>
            <a:off x="3881628" y="3399370"/>
            <a:ext cx="137160" cy="137160"/>
          </a:xfrm>
          <a:prstGeom prst="ellipse">
            <a:avLst/>
          </a:prstGeom>
          <a:solidFill>
            <a:srgbClr val="315BCE"/>
          </a:solidFill>
          <a:ln w="12700">
            <a:solidFill>
              <a:srgbClr val="FFF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Oval 98"/>
          <p:cNvSpPr/>
          <p:nvPr/>
        </p:nvSpPr>
        <p:spPr>
          <a:xfrm>
            <a:off x="5436108" y="3523397"/>
            <a:ext cx="137160" cy="137160"/>
          </a:xfrm>
          <a:prstGeom prst="ellipse">
            <a:avLst/>
          </a:prstGeom>
          <a:solidFill>
            <a:srgbClr val="315BCE"/>
          </a:solidFill>
          <a:ln w="12700">
            <a:solidFill>
              <a:srgbClr val="FFF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6990588" y="3209618"/>
            <a:ext cx="137160" cy="137160"/>
          </a:xfrm>
          <a:prstGeom prst="ellipse">
            <a:avLst/>
          </a:prstGeom>
          <a:solidFill>
            <a:srgbClr val="315BCE"/>
          </a:solidFill>
          <a:ln w="12700">
            <a:solidFill>
              <a:srgbClr val="FFF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8545068" y="3526271"/>
            <a:ext cx="137160" cy="137160"/>
          </a:xfrm>
          <a:prstGeom prst="ellipse">
            <a:avLst/>
          </a:prstGeom>
          <a:solidFill>
            <a:srgbClr val="315BCE"/>
          </a:solidFill>
          <a:ln w="12700">
            <a:solidFill>
              <a:srgbClr val="FFF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10099548" y="3350036"/>
            <a:ext cx="137160" cy="137160"/>
          </a:xfrm>
          <a:prstGeom prst="ellipse">
            <a:avLst/>
          </a:prstGeom>
          <a:solidFill>
            <a:srgbClr val="C38A20"/>
          </a:solidFill>
          <a:ln w="12700">
            <a:solidFill>
              <a:srgbClr val="FFF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3881628" y="1031231"/>
            <a:ext cx="137160" cy="137160"/>
          </a:xfrm>
          <a:prstGeom prst="ellipse">
            <a:avLst/>
          </a:prstGeom>
          <a:solidFill>
            <a:srgbClr val="315BCE"/>
          </a:solidFill>
          <a:ln w="12700">
            <a:solidFill>
              <a:srgbClr val="FFF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5436108" y="1281460"/>
            <a:ext cx="137160" cy="137160"/>
          </a:xfrm>
          <a:prstGeom prst="ellipse">
            <a:avLst/>
          </a:prstGeom>
          <a:solidFill>
            <a:srgbClr val="315BCE"/>
          </a:solidFill>
          <a:ln w="12700">
            <a:solidFill>
              <a:srgbClr val="FFF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6990588" y="1452734"/>
            <a:ext cx="137160" cy="137160"/>
          </a:xfrm>
          <a:prstGeom prst="ellipse">
            <a:avLst/>
          </a:prstGeom>
          <a:solidFill>
            <a:srgbClr val="315BCE"/>
          </a:solidFill>
          <a:ln w="12700">
            <a:solidFill>
              <a:srgbClr val="FFF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8545068" y="1208774"/>
            <a:ext cx="137160" cy="137160"/>
          </a:xfrm>
          <a:prstGeom prst="ellipse">
            <a:avLst/>
          </a:prstGeom>
          <a:solidFill>
            <a:srgbClr val="315BCE"/>
          </a:solidFill>
          <a:ln w="12700">
            <a:solidFill>
              <a:srgbClr val="FFF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10099548" y="811761"/>
            <a:ext cx="137160" cy="137160"/>
          </a:xfrm>
          <a:prstGeom prst="ellipse">
            <a:avLst/>
          </a:prstGeom>
          <a:solidFill>
            <a:srgbClr val="C38A20"/>
          </a:solidFill>
          <a:ln w="12700">
            <a:solidFill>
              <a:srgbClr val="FFF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114</Words>
  <Application>Microsoft Office PowerPoint</Application>
  <PresentationFormat>自定义</PresentationFormat>
  <Paragraphs>60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Iris Young</cp:lastModifiedBy>
  <cp:revision>3</cp:revision>
  <dcterms:created xsi:type="dcterms:W3CDTF">2013-01-27T09:14:16Z</dcterms:created>
  <dcterms:modified xsi:type="dcterms:W3CDTF">2026-07-19T16:24:01Z</dcterms:modified>
  <cp:category/>
</cp:coreProperties>
</file>